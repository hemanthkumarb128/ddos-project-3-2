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56" r:id="rId3"/>
    <p:sldId id="257" r:id="rId4"/>
    <p:sldId id="258" r:id="rId5"/>
    <p:sldId id="259" r:id="rId6"/>
    <p:sldId id="260" r:id="rId7"/>
    <p:sldId id="261" r:id="rId8"/>
    <p:sldId id="262" r:id="rId9"/>
    <p:sldId id="269" r:id="rId10"/>
    <p:sldId id="270" r:id="rId11"/>
    <p:sldId id="271" r:id="rId12"/>
    <p:sldId id="272" r:id="rId13"/>
    <p:sldId id="273" r:id="rId14"/>
    <p:sldId id="267" r:id="rId15"/>
    <p:sldId id="264" r:id="rId16"/>
    <p:sldId id="26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348C0F-45F6-4DAE-97EE-7D61259D2ED9}" v="152" dt="2026-03-22T09:57:05.0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manth Kumar B" userId="b91ecad4aa077559" providerId="LiveId" clId="{99C79367-9A65-4951-B940-0600D1C72BC2}"/>
    <pc:docChg chg="undo redo custSel addSld delSld modSld sldOrd modMainMaster">
      <pc:chgData name="Hemanth Kumar B" userId="b91ecad4aa077559" providerId="LiveId" clId="{99C79367-9A65-4951-B940-0600D1C72BC2}" dt="2026-03-22T09:56:57.337" v="1504" actId="20577"/>
      <pc:docMkLst>
        <pc:docMk/>
      </pc:docMkLst>
      <pc:sldChg chg="addSp delSp modSp mod setBg">
        <pc:chgData name="Hemanth Kumar B" userId="b91ecad4aa077559" providerId="LiveId" clId="{99C79367-9A65-4951-B940-0600D1C72BC2}" dt="2026-03-22T06:31:40.946" v="707" actId="207"/>
        <pc:sldMkLst>
          <pc:docMk/>
          <pc:sldMk cId="1696474918" sldId="256"/>
        </pc:sldMkLst>
        <pc:spChg chg="mod">
          <ac:chgData name="Hemanth Kumar B" userId="b91ecad4aa077559" providerId="LiveId" clId="{99C79367-9A65-4951-B940-0600D1C72BC2}" dt="2026-03-22T06:31:35.584" v="706" actId="207"/>
          <ac:spMkLst>
            <pc:docMk/>
            <pc:sldMk cId="1696474918" sldId="256"/>
            <ac:spMk id="2" creationId="{D9771D2B-DDFB-E4E6-EDC7-532D13E59EB9}"/>
          </ac:spMkLst>
        </pc:spChg>
        <pc:spChg chg="mod">
          <ac:chgData name="Hemanth Kumar B" userId="b91ecad4aa077559" providerId="LiveId" clId="{99C79367-9A65-4951-B940-0600D1C72BC2}" dt="2026-03-22T06:31:40.946" v="707" actId="207"/>
          <ac:spMkLst>
            <pc:docMk/>
            <pc:sldMk cId="1696474918" sldId="256"/>
            <ac:spMk id="3" creationId="{5F317488-81E6-33D7-D8C9-0F119863B4F5}"/>
          </ac:spMkLst>
        </pc:spChg>
      </pc:sldChg>
      <pc:sldChg chg="addSp delSp modSp new mod">
        <pc:chgData name="Hemanth Kumar B" userId="b91ecad4aa077559" providerId="LiveId" clId="{99C79367-9A65-4951-B940-0600D1C72BC2}" dt="2026-03-22T06:33:01.351" v="717" actId="207"/>
        <pc:sldMkLst>
          <pc:docMk/>
          <pc:sldMk cId="570121805" sldId="257"/>
        </pc:sldMkLst>
        <pc:spChg chg="mod">
          <ac:chgData name="Hemanth Kumar B" userId="b91ecad4aa077559" providerId="LiveId" clId="{99C79367-9A65-4951-B940-0600D1C72BC2}" dt="2026-03-22T06:33:01.351" v="717" actId="207"/>
          <ac:spMkLst>
            <pc:docMk/>
            <pc:sldMk cId="570121805" sldId="257"/>
            <ac:spMk id="2" creationId="{EA72A66E-41D6-71D9-9D28-F34C747FCB0D}"/>
          </ac:spMkLst>
        </pc:spChg>
        <pc:spChg chg="add del mod">
          <ac:chgData name="Hemanth Kumar B" userId="b91ecad4aa077559" providerId="LiveId" clId="{99C79367-9A65-4951-B940-0600D1C72BC2}" dt="2026-03-22T06:32:54.201" v="716" actId="27636"/>
          <ac:spMkLst>
            <pc:docMk/>
            <pc:sldMk cId="570121805" sldId="257"/>
            <ac:spMk id="3" creationId="{A025CEE4-0B23-FE8C-BF50-07DC1D34AD7C}"/>
          </ac:spMkLst>
        </pc:spChg>
      </pc:sldChg>
      <pc:sldChg chg="modSp new mod">
        <pc:chgData name="Hemanth Kumar B" userId="b91ecad4aa077559" providerId="LiveId" clId="{99C79367-9A65-4951-B940-0600D1C72BC2}" dt="2026-03-22T08:49:16.374" v="774" actId="2710"/>
        <pc:sldMkLst>
          <pc:docMk/>
          <pc:sldMk cId="1493345985" sldId="258"/>
        </pc:sldMkLst>
        <pc:spChg chg="mod">
          <ac:chgData name="Hemanth Kumar B" userId="b91ecad4aa077559" providerId="LiveId" clId="{99C79367-9A65-4951-B940-0600D1C72BC2}" dt="2026-03-22T06:33:53.921" v="721" actId="207"/>
          <ac:spMkLst>
            <pc:docMk/>
            <pc:sldMk cId="1493345985" sldId="258"/>
            <ac:spMk id="2" creationId="{423DFEA1-F9D8-DA13-0153-46D4A78C749D}"/>
          </ac:spMkLst>
        </pc:spChg>
        <pc:spChg chg="mod">
          <ac:chgData name="Hemanth Kumar B" userId="b91ecad4aa077559" providerId="LiveId" clId="{99C79367-9A65-4951-B940-0600D1C72BC2}" dt="2026-03-22T08:49:16.374" v="774" actId="2710"/>
          <ac:spMkLst>
            <pc:docMk/>
            <pc:sldMk cId="1493345985" sldId="258"/>
            <ac:spMk id="3" creationId="{0AA5DB7A-38E7-DEA9-7A77-56CFDDD9BF01}"/>
          </ac:spMkLst>
        </pc:spChg>
      </pc:sldChg>
      <pc:sldChg chg="addSp delSp modSp new mod">
        <pc:chgData name="Hemanth Kumar B" userId="b91ecad4aa077559" providerId="LiveId" clId="{99C79367-9A65-4951-B940-0600D1C72BC2}" dt="2026-03-22T06:34:34.135" v="727" actId="207"/>
        <pc:sldMkLst>
          <pc:docMk/>
          <pc:sldMk cId="835260634" sldId="259"/>
        </pc:sldMkLst>
        <pc:spChg chg="mod">
          <ac:chgData name="Hemanth Kumar B" userId="b91ecad4aa077559" providerId="LiveId" clId="{99C79367-9A65-4951-B940-0600D1C72BC2}" dt="2026-03-22T06:34:08.706" v="723" actId="207"/>
          <ac:spMkLst>
            <pc:docMk/>
            <pc:sldMk cId="835260634" sldId="259"/>
            <ac:spMk id="2" creationId="{83B455A0-68E0-34DE-E498-7732BF4C531C}"/>
          </ac:spMkLst>
        </pc:spChg>
        <pc:spChg chg="add del mod">
          <ac:chgData name="Hemanth Kumar B" userId="b91ecad4aa077559" providerId="LiveId" clId="{99C79367-9A65-4951-B940-0600D1C72BC2}" dt="2026-03-22T06:34:34.135" v="727" actId="207"/>
          <ac:spMkLst>
            <pc:docMk/>
            <pc:sldMk cId="835260634" sldId="259"/>
            <ac:spMk id="3" creationId="{A07BC243-F275-D54A-5695-612E5E0E8020}"/>
          </ac:spMkLst>
        </pc:spChg>
      </pc:sldChg>
      <pc:sldChg chg="modSp new mod">
        <pc:chgData name="Hemanth Kumar B" userId="b91ecad4aa077559" providerId="LiveId" clId="{99C79367-9A65-4951-B940-0600D1C72BC2}" dt="2026-03-22T06:34:51.322" v="729" actId="207"/>
        <pc:sldMkLst>
          <pc:docMk/>
          <pc:sldMk cId="3022764684" sldId="260"/>
        </pc:sldMkLst>
        <pc:spChg chg="mod">
          <ac:chgData name="Hemanth Kumar B" userId="b91ecad4aa077559" providerId="LiveId" clId="{99C79367-9A65-4951-B940-0600D1C72BC2}" dt="2026-03-22T06:34:46.149" v="728" actId="207"/>
          <ac:spMkLst>
            <pc:docMk/>
            <pc:sldMk cId="3022764684" sldId="260"/>
            <ac:spMk id="2" creationId="{AA57A28D-8DAA-756C-C966-42178207A838}"/>
          </ac:spMkLst>
        </pc:spChg>
        <pc:spChg chg="mod">
          <ac:chgData name="Hemanth Kumar B" userId="b91ecad4aa077559" providerId="LiveId" clId="{99C79367-9A65-4951-B940-0600D1C72BC2}" dt="2026-03-22T06:34:51.322" v="729" actId="207"/>
          <ac:spMkLst>
            <pc:docMk/>
            <pc:sldMk cId="3022764684" sldId="260"/>
            <ac:spMk id="3" creationId="{1B3DDF3F-6194-5059-E3E5-F8DB7BDEB70A}"/>
          </ac:spMkLst>
        </pc:spChg>
      </pc:sldChg>
      <pc:sldChg chg="modSp new mod">
        <pc:chgData name="Hemanth Kumar B" userId="b91ecad4aa077559" providerId="LiveId" clId="{99C79367-9A65-4951-B940-0600D1C72BC2}" dt="2026-03-22T09:56:57.337" v="1504" actId="20577"/>
        <pc:sldMkLst>
          <pc:docMk/>
          <pc:sldMk cId="186437395" sldId="261"/>
        </pc:sldMkLst>
        <pc:spChg chg="mod">
          <ac:chgData name="Hemanth Kumar B" userId="b91ecad4aa077559" providerId="LiveId" clId="{99C79367-9A65-4951-B940-0600D1C72BC2}" dt="2026-03-22T06:35:13.473" v="730" actId="207"/>
          <ac:spMkLst>
            <pc:docMk/>
            <pc:sldMk cId="186437395" sldId="261"/>
            <ac:spMk id="2" creationId="{667F835A-3C34-F624-7DDE-5A2D6FE13BDE}"/>
          </ac:spMkLst>
        </pc:spChg>
        <pc:spChg chg="mod">
          <ac:chgData name="Hemanth Kumar B" userId="b91ecad4aa077559" providerId="LiveId" clId="{99C79367-9A65-4951-B940-0600D1C72BC2}" dt="2026-03-22T09:56:57.337" v="1504" actId="20577"/>
          <ac:spMkLst>
            <pc:docMk/>
            <pc:sldMk cId="186437395" sldId="261"/>
            <ac:spMk id="3" creationId="{F4AF8015-3C47-D6BC-C0E5-E09B96C92AD7}"/>
          </ac:spMkLst>
        </pc:spChg>
      </pc:sldChg>
      <pc:sldChg chg="addSp delSp modSp new mod">
        <pc:chgData name="Hemanth Kumar B" userId="b91ecad4aa077559" providerId="LiveId" clId="{99C79367-9A65-4951-B940-0600D1C72BC2}" dt="2026-03-22T06:35:29.584" v="733" actId="207"/>
        <pc:sldMkLst>
          <pc:docMk/>
          <pc:sldMk cId="3054877076" sldId="262"/>
        </pc:sldMkLst>
        <pc:spChg chg="mod">
          <ac:chgData name="Hemanth Kumar B" userId="b91ecad4aa077559" providerId="LiveId" clId="{99C79367-9A65-4951-B940-0600D1C72BC2}" dt="2026-03-22T06:35:24.670" v="732" actId="207"/>
          <ac:spMkLst>
            <pc:docMk/>
            <pc:sldMk cId="3054877076" sldId="262"/>
            <ac:spMk id="2" creationId="{1D467E4E-F7B1-6D51-3185-E963D73E80B8}"/>
          </ac:spMkLst>
        </pc:spChg>
        <pc:spChg chg="add del mod">
          <ac:chgData name="Hemanth Kumar B" userId="b91ecad4aa077559" providerId="LiveId" clId="{99C79367-9A65-4951-B940-0600D1C72BC2}" dt="2026-03-22T06:35:29.584" v="733" actId="207"/>
          <ac:spMkLst>
            <pc:docMk/>
            <pc:sldMk cId="3054877076" sldId="262"/>
            <ac:spMk id="3" creationId="{DD3E6057-C9DC-127E-8AE3-43A0FDB2084E}"/>
          </ac:spMkLst>
        </pc:spChg>
      </pc:sldChg>
      <pc:sldChg chg="modSp new mod">
        <pc:chgData name="Hemanth Kumar B" userId="b91ecad4aa077559" providerId="LiveId" clId="{99C79367-9A65-4951-B940-0600D1C72BC2}" dt="2026-03-22T09:12:59.280" v="1233" actId="2710"/>
        <pc:sldMkLst>
          <pc:docMk/>
          <pc:sldMk cId="1355500853" sldId="264"/>
        </pc:sldMkLst>
        <pc:spChg chg="mod">
          <ac:chgData name="Hemanth Kumar B" userId="b91ecad4aa077559" providerId="LiveId" clId="{99C79367-9A65-4951-B940-0600D1C72BC2}" dt="2026-03-22T06:37:01.302" v="751" actId="207"/>
          <ac:spMkLst>
            <pc:docMk/>
            <pc:sldMk cId="1355500853" sldId="264"/>
            <ac:spMk id="2" creationId="{3AD1167F-F894-331E-3438-01C7FCFCA1AF}"/>
          </ac:spMkLst>
        </pc:spChg>
        <pc:spChg chg="mod">
          <ac:chgData name="Hemanth Kumar B" userId="b91ecad4aa077559" providerId="LiveId" clId="{99C79367-9A65-4951-B940-0600D1C72BC2}" dt="2026-03-22T09:12:59.280" v="1233" actId="2710"/>
          <ac:spMkLst>
            <pc:docMk/>
            <pc:sldMk cId="1355500853" sldId="264"/>
            <ac:spMk id="3" creationId="{30833A2D-A9DF-9CFE-CA4D-4A2E1D037117}"/>
          </ac:spMkLst>
        </pc:spChg>
      </pc:sldChg>
      <pc:sldChg chg="modSp new del mod">
        <pc:chgData name="Hemanth Kumar B" userId="b91ecad4aa077559" providerId="LiveId" clId="{99C79367-9A65-4951-B940-0600D1C72BC2}" dt="2026-03-22T06:33:48.161" v="720" actId="2696"/>
        <pc:sldMkLst>
          <pc:docMk/>
          <pc:sldMk cId="1029564871" sldId="265"/>
        </pc:sldMkLst>
        <pc:spChg chg="mod">
          <ac:chgData name="Hemanth Kumar B" userId="b91ecad4aa077559" providerId="LiveId" clId="{99C79367-9A65-4951-B940-0600D1C72BC2}" dt="2026-03-22T06:33:18.908" v="718" actId="207"/>
          <ac:spMkLst>
            <pc:docMk/>
            <pc:sldMk cId="1029564871" sldId="265"/>
            <ac:spMk id="2" creationId="{34A8103C-4F1F-E185-EB32-65E9BB7BE3E9}"/>
          </ac:spMkLst>
        </pc:spChg>
        <pc:spChg chg="mod">
          <ac:chgData name="Hemanth Kumar B" userId="b91ecad4aa077559" providerId="LiveId" clId="{99C79367-9A65-4951-B940-0600D1C72BC2}" dt="2026-03-22T06:33:26.591" v="719" actId="207"/>
          <ac:spMkLst>
            <pc:docMk/>
            <pc:sldMk cId="1029564871" sldId="265"/>
            <ac:spMk id="3" creationId="{3FE6E67D-35FF-80C9-4027-123C99E2CDE2}"/>
          </ac:spMkLst>
        </pc:spChg>
      </pc:sldChg>
      <pc:sldChg chg="addSp modSp new mod">
        <pc:chgData name="Hemanth Kumar B" userId="b91ecad4aa077559" providerId="LiveId" clId="{99C79367-9A65-4951-B940-0600D1C72BC2}" dt="2026-03-22T06:41:41.277" v="771" actId="207"/>
        <pc:sldMkLst>
          <pc:docMk/>
          <pc:sldMk cId="2280807126" sldId="266"/>
        </pc:sldMkLst>
        <pc:spChg chg="mod">
          <ac:chgData name="Hemanth Kumar B" userId="b91ecad4aa077559" providerId="LiveId" clId="{99C79367-9A65-4951-B940-0600D1C72BC2}" dt="2026-03-22T06:37:53.119" v="753" actId="207"/>
          <ac:spMkLst>
            <pc:docMk/>
            <pc:sldMk cId="2280807126" sldId="266"/>
            <ac:spMk id="2" creationId="{1E6F8463-DA6E-A4A8-DA9B-4AAE35C6A847}"/>
          </ac:spMkLst>
        </pc:spChg>
        <pc:spChg chg="mod">
          <ac:chgData name="Hemanth Kumar B" userId="b91ecad4aa077559" providerId="LiveId" clId="{99C79367-9A65-4951-B940-0600D1C72BC2}" dt="2026-03-22T06:41:41.277" v="771" actId="207"/>
          <ac:spMkLst>
            <pc:docMk/>
            <pc:sldMk cId="2280807126" sldId="266"/>
            <ac:spMk id="3" creationId="{1F4BDD63-D99B-AD73-9294-000004BDCD4B}"/>
          </ac:spMkLst>
        </pc:spChg>
        <pc:spChg chg="add">
          <ac:chgData name="Hemanth Kumar B" userId="b91ecad4aa077559" providerId="LiveId" clId="{99C79367-9A65-4951-B940-0600D1C72BC2}" dt="2026-03-22T06:41:10.495" v="766"/>
          <ac:spMkLst>
            <pc:docMk/>
            <pc:sldMk cId="2280807126" sldId="266"/>
            <ac:spMk id="4" creationId="{E7404D4C-A969-073C-4C14-C5EA250BF74D}"/>
          </ac:spMkLst>
        </pc:spChg>
        <pc:spChg chg="add">
          <ac:chgData name="Hemanth Kumar B" userId="b91ecad4aa077559" providerId="LiveId" clId="{99C79367-9A65-4951-B940-0600D1C72BC2}" dt="2026-03-22T06:41:15.241" v="767"/>
          <ac:spMkLst>
            <pc:docMk/>
            <pc:sldMk cId="2280807126" sldId="266"/>
            <ac:spMk id="5" creationId="{3630EA8E-B0E6-DE09-EF93-A68DF3E6E6C3}"/>
          </ac:spMkLst>
        </pc:spChg>
      </pc:sldChg>
      <pc:sldChg chg="modSp new mod">
        <pc:chgData name="Hemanth Kumar B" userId="b91ecad4aa077559" providerId="LiveId" clId="{99C79367-9A65-4951-B940-0600D1C72BC2}" dt="2026-03-22T09:27:03.754" v="1299" actId="20577"/>
        <pc:sldMkLst>
          <pc:docMk/>
          <pc:sldMk cId="3326755908" sldId="267"/>
        </pc:sldMkLst>
        <pc:spChg chg="mod">
          <ac:chgData name="Hemanth Kumar B" userId="b91ecad4aa077559" providerId="LiveId" clId="{99C79367-9A65-4951-B940-0600D1C72BC2}" dt="2026-03-22T06:36:01.748" v="738" actId="207"/>
          <ac:spMkLst>
            <pc:docMk/>
            <pc:sldMk cId="3326755908" sldId="267"/>
            <ac:spMk id="2" creationId="{E0A0D410-88E5-2A8E-65DD-F3216B955AE4}"/>
          </ac:spMkLst>
        </pc:spChg>
        <pc:spChg chg="mod">
          <ac:chgData name="Hemanth Kumar B" userId="b91ecad4aa077559" providerId="LiveId" clId="{99C79367-9A65-4951-B940-0600D1C72BC2}" dt="2026-03-22T09:27:03.754" v="1299" actId="20577"/>
          <ac:spMkLst>
            <pc:docMk/>
            <pc:sldMk cId="3326755908" sldId="267"/>
            <ac:spMk id="3" creationId="{544A01A6-8F2C-AEA2-F121-B07C734EDF42}"/>
          </ac:spMkLst>
        </pc:spChg>
      </pc:sldChg>
      <pc:sldChg chg="addSp delSp modSp new add del mod ord setBg modClrScheme chgLayout">
        <pc:chgData name="Hemanth Kumar B" userId="b91ecad4aa077559" providerId="LiveId" clId="{99C79367-9A65-4951-B940-0600D1C72BC2}" dt="2026-03-22T08:48:12.124" v="773" actId="122"/>
        <pc:sldMkLst>
          <pc:docMk/>
          <pc:sldMk cId="511421678" sldId="268"/>
        </pc:sldMkLst>
        <pc:spChg chg="add del mod">
          <ac:chgData name="Hemanth Kumar B" userId="b91ecad4aa077559" providerId="LiveId" clId="{99C79367-9A65-4951-B940-0600D1C72BC2}" dt="2026-03-22T08:48:12.124" v="773" actId="122"/>
          <ac:spMkLst>
            <pc:docMk/>
            <pc:sldMk cId="511421678" sldId="268"/>
            <ac:spMk id="2" creationId="{1BCA92FA-71DC-A7C8-8274-E94975CAD10E}"/>
          </ac:spMkLst>
        </pc:spChg>
        <pc:spChg chg="add del">
          <ac:chgData name="Hemanth Kumar B" userId="b91ecad4aa077559" providerId="LiveId" clId="{99C79367-9A65-4951-B940-0600D1C72BC2}" dt="2026-03-22T06:21:07.122" v="504"/>
          <ac:spMkLst>
            <pc:docMk/>
            <pc:sldMk cId="511421678" sldId="268"/>
            <ac:spMk id="3" creationId="{7BB30A61-AC84-76A3-A2B8-19E2E690EDD5}"/>
          </ac:spMkLst>
        </pc:spChg>
        <pc:picChg chg="add mod">
          <ac:chgData name="Hemanth Kumar B" userId="b91ecad4aa077559" providerId="LiveId" clId="{99C79367-9A65-4951-B940-0600D1C72BC2}" dt="2026-03-22T06:18:47.478" v="483"/>
          <ac:picMkLst>
            <pc:docMk/>
            <pc:sldMk cId="511421678" sldId="268"/>
            <ac:picMk id="2050" creationId="{2FC7EE0F-3A51-77A7-F32C-B2DDFFCD5383}"/>
          </ac:picMkLst>
        </pc:picChg>
        <pc:picChg chg="add mod ord">
          <ac:chgData name="Hemanth Kumar B" userId="b91ecad4aa077559" providerId="LiveId" clId="{99C79367-9A65-4951-B940-0600D1C72BC2}" dt="2026-03-22T06:31:03.359" v="704" actId="1076"/>
          <ac:picMkLst>
            <pc:docMk/>
            <pc:sldMk cId="511421678" sldId="268"/>
            <ac:picMk id="2052" creationId="{AFD54032-8A88-2C39-CB17-A073A5A446F0}"/>
          </ac:picMkLst>
        </pc:picChg>
      </pc:sldChg>
      <pc:sldChg chg="addSp delSp modSp new del mod ord">
        <pc:chgData name="Hemanth Kumar B" userId="b91ecad4aa077559" providerId="LiveId" clId="{99C79367-9A65-4951-B940-0600D1C72BC2}" dt="2026-03-22T06:17:59.292" v="476" actId="2696"/>
        <pc:sldMkLst>
          <pc:docMk/>
          <pc:sldMk cId="3846123699" sldId="268"/>
        </pc:sldMkLst>
        <pc:spChg chg="add del">
          <ac:chgData name="Hemanth Kumar B" userId="b91ecad4aa077559" providerId="LiveId" clId="{99C79367-9A65-4951-B940-0600D1C72BC2}" dt="2026-03-22T06:14:03.617" v="416" actId="21"/>
          <ac:spMkLst>
            <pc:docMk/>
            <pc:sldMk cId="3846123699" sldId="268"/>
            <ac:spMk id="2" creationId="{4FEF49A6-20AA-8D6B-1931-AED600319411}"/>
          </ac:spMkLst>
        </pc:spChg>
        <pc:spChg chg="add del">
          <ac:chgData name="Hemanth Kumar B" userId="b91ecad4aa077559" providerId="LiveId" clId="{99C79367-9A65-4951-B940-0600D1C72BC2}" dt="2026-03-22T06:14:04.208" v="417"/>
          <ac:spMkLst>
            <pc:docMk/>
            <pc:sldMk cId="3846123699" sldId="268"/>
            <ac:spMk id="3" creationId="{3F4A0F58-F24B-FA09-B4B4-014546D1CF78}"/>
          </ac:spMkLst>
        </pc:spChg>
        <pc:spChg chg="add del mod">
          <ac:chgData name="Hemanth Kumar B" userId="b91ecad4aa077559" providerId="LiveId" clId="{99C79367-9A65-4951-B940-0600D1C72BC2}" dt="2026-03-22T06:17:52.497" v="475"/>
          <ac:spMkLst>
            <pc:docMk/>
            <pc:sldMk cId="3846123699" sldId="268"/>
            <ac:spMk id="4" creationId="{4FEF49A6-20AA-8D6B-1931-AED600319411}"/>
          </ac:spMkLst>
        </pc:spChg>
        <pc:spChg chg="add del mod">
          <ac:chgData name="Hemanth Kumar B" userId="b91ecad4aa077559" providerId="LiveId" clId="{99C79367-9A65-4951-B940-0600D1C72BC2}" dt="2026-03-22T06:17:52.497" v="475"/>
          <ac:spMkLst>
            <pc:docMk/>
            <pc:sldMk cId="3846123699" sldId="268"/>
            <ac:spMk id="5" creationId="{FFBCB191-ABA9-26BF-E190-82BA4194DCEB}"/>
          </ac:spMkLst>
        </pc:spChg>
        <pc:spChg chg="add mod">
          <ac:chgData name="Hemanth Kumar B" userId="b91ecad4aa077559" providerId="LiveId" clId="{99C79367-9A65-4951-B940-0600D1C72BC2}" dt="2026-03-22T06:13:01.195" v="409"/>
          <ac:spMkLst>
            <pc:docMk/>
            <pc:sldMk cId="3846123699" sldId="268"/>
            <ac:spMk id="6" creationId="{C16DEAAF-F490-6D15-DDBC-EC86BBC68BD2}"/>
          </ac:spMkLst>
        </pc:spChg>
        <pc:spChg chg="add mod">
          <ac:chgData name="Hemanth Kumar B" userId="b91ecad4aa077559" providerId="LiveId" clId="{99C79367-9A65-4951-B940-0600D1C72BC2}" dt="2026-03-22T06:17:07.244" v="456" actId="21"/>
          <ac:spMkLst>
            <pc:docMk/>
            <pc:sldMk cId="3846123699" sldId="268"/>
            <ac:spMk id="8" creationId="{D58E6361-E422-23D3-3CC4-BFB0C2E61CC7}"/>
          </ac:spMkLst>
        </pc:spChg>
        <pc:picChg chg="add del mod">
          <ac:chgData name="Hemanth Kumar B" userId="b91ecad4aa077559" providerId="LiveId" clId="{99C79367-9A65-4951-B940-0600D1C72BC2}" dt="2026-03-22T06:17:50.620" v="468" actId="21"/>
          <ac:picMkLst>
            <pc:docMk/>
            <pc:sldMk cId="3846123699" sldId="268"/>
            <ac:picMk id="7" creationId="{13F8E5E5-C20C-D390-90C6-9D6F281990B3}"/>
          </ac:picMkLst>
        </pc:picChg>
        <pc:picChg chg="add del mod">
          <ac:chgData name="Hemanth Kumar B" userId="b91ecad4aa077559" providerId="LiveId" clId="{99C79367-9A65-4951-B940-0600D1C72BC2}" dt="2026-03-22T06:17:10.805" v="458" actId="1076"/>
          <ac:picMkLst>
            <pc:docMk/>
            <pc:sldMk cId="3846123699" sldId="268"/>
            <ac:picMk id="1026" creationId="{90F8BA09-FDBA-D54D-E110-54C1087D7310}"/>
          </ac:picMkLst>
        </pc:picChg>
      </pc:sldChg>
      <pc:sldChg chg="addSp delSp modSp new mod">
        <pc:chgData name="Hemanth Kumar B" userId="b91ecad4aa077559" providerId="LiveId" clId="{99C79367-9A65-4951-B940-0600D1C72BC2}" dt="2026-03-22T09:10:18.560" v="1213" actId="20577"/>
        <pc:sldMkLst>
          <pc:docMk/>
          <pc:sldMk cId="2885468222" sldId="269"/>
        </pc:sldMkLst>
        <pc:spChg chg="mod">
          <ac:chgData name="Hemanth Kumar B" userId="b91ecad4aa077559" providerId="LiveId" clId="{99C79367-9A65-4951-B940-0600D1C72BC2}" dt="2026-03-22T09:10:18.560" v="1213" actId="20577"/>
          <ac:spMkLst>
            <pc:docMk/>
            <pc:sldMk cId="2885468222" sldId="269"/>
            <ac:spMk id="2" creationId="{2BC254E8-21FC-3813-56E8-98BDD6F6C01B}"/>
          </ac:spMkLst>
        </pc:spChg>
        <pc:spChg chg="add del mod">
          <ac:chgData name="Hemanth Kumar B" userId="b91ecad4aa077559" providerId="LiveId" clId="{99C79367-9A65-4951-B940-0600D1C72BC2}" dt="2026-03-22T09:02:31.789" v="784"/>
          <ac:spMkLst>
            <pc:docMk/>
            <pc:sldMk cId="2885468222" sldId="269"/>
            <ac:spMk id="3" creationId="{9A207F32-8730-C2FF-6342-3EA7E71D1096}"/>
          </ac:spMkLst>
        </pc:spChg>
        <pc:spChg chg="add mod">
          <ac:chgData name="Hemanth Kumar B" userId="b91ecad4aa077559" providerId="LiveId" clId="{99C79367-9A65-4951-B940-0600D1C72BC2}" dt="2026-03-22T09:02:12.262" v="781"/>
          <ac:spMkLst>
            <pc:docMk/>
            <pc:sldMk cId="2885468222" sldId="269"/>
            <ac:spMk id="4" creationId="{4CAF4C25-67A5-A1B0-8494-487E3BA1E79C}"/>
          </ac:spMkLst>
        </pc:spChg>
        <pc:spChg chg="add mod">
          <ac:chgData name="Hemanth Kumar B" userId="b91ecad4aa077559" providerId="LiveId" clId="{99C79367-9A65-4951-B940-0600D1C72BC2}" dt="2026-03-22T09:05:44.105" v="989" actId="20577"/>
          <ac:spMkLst>
            <pc:docMk/>
            <pc:sldMk cId="2885468222" sldId="269"/>
            <ac:spMk id="5" creationId="{D20A688A-5E48-2CAF-6393-6131C2573DD1}"/>
          </ac:spMkLst>
        </pc:spChg>
      </pc:sldChg>
      <pc:sldChg chg="addSp delSp modSp new mod">
        <pc:chgData name="Hemanth Kumar B" userId="b91ecad4aa077559" providerId="LiveId" clId="{99C79367-9A65-4951-B940-0600D1C72BC2}" dt="2026-03-22T09:42:31.804" v="1311" actId="1076"/>
        <pc:sldMkLst>
          <pc:docMk/>
          <pc:sldMk cId="2314293483" sldId="270"/>
        </pc:sldMkLst>
        <pc:spChg chg="del">
          <ac:chgData name="Hemanth Kumar B" userId="b91ecad4aa077559" providerId="LiveId" clId="{99C79367-9A65-4951-B940-0600D1C72BC2}" dt="2026-03-22T09:08:51.222" v="1195" actId="21"/>
          <ac:spMkLst>
            <pc:docMk/>
            <pc:sldMk cId="2314293483" sldId="270"/>
            <ac:spMk id="2" creationId="{389F4DCC-B53B-B88D-8743-E8F79A4087E1}"/>
          </ac:spMkLst>
        </pc:spChg>
        <pc:spChg chg="del">
          <ac:chgData name="Hemanth Kumar B" userId="b91ecad4aa077559" providerId="LiveId" clId="{99C79367-9A65-4951-B940-0600D1C72BC2}" dt="2026-03-22T09:02:45.745" v="786"/>
          <ac:spMkLst>
            <pc:docMk/>
            <pc:sldMk cId="2314293483" sldId="270"/>
            <ac:spMk id="3" creationId="{DDC5B7B3-8EEF-1559-C441-BDAFB3839C05}"/>
          </ac:spMkLst>
        </pc:spChg>
        <pc:spChg chg="add mod">
          <ac:chgData name="Hemanth Kumar B" userId="b91ecad4aa077559" providerId="LiveId" clId="{99C79367-9A65-4951-B940-0600D1C72BC2}" dt="2026-03-22T09:11:14.500" v="1231" actId="403"/>
          <ac:spMkLst>
            <pc:docMk/>
            <pc:sldMk cId="2314293483" sldId="270"/>
            <ac:spMk id="4" creationId="{9B6D339C-65E3-F741-6B29-3C538EDF7610}"/>
          </ac:spMkLst>
        </pc:spChg>
        <pc:picChg chg="add mod">
          <ac:chgData name="Hemanth Kumar B" userId="b91ecad4aa077559" providerId="LiveId" clId="{99C79367-9A65-4951-B940-0600D1C72BC2}" dt="2026-03-22T09:42:31.804" v="1311" actId="1076"/>
          <ac:picMkLst>
            <pc:docMk/>
            <pc:sldMk cId="2314293483" sldId="270"/>
            <ac:picMk id="3" creationId="{9409F1AF-9C12-591D-9F07-5F494EA4B411}"/>
          </ac:picMkLst>
        </pc:picChg>
      </pc:sldChg>
      <pc:sldChg chg="addSp delSp modSp new mod modClrScheme chgLayout">
        <pc:chgData name="Hemanth Kumar B" userId="b91ecad4aa077559" providerId="LiveId" clId="{99C79367-9A65-4951-B940-0600D1C72BC2}" dt="2026-03-22T09:54:26.327" v="1376" actId="2710"/>
        <pc:sldMkLst>
          <pc:docMk/>
          <pc:sldMk cId="3040587720" sldId="271"/>
        </pc:sldMkLst>
        <pc:spChg chg="del">
          <ac:chgData name="Hemanth Kumar B" userId="b91ecad4aa077559" providerId="LiveId" clId="{99C79367-9A65-4951-B940-0600D1C72BC2}" dt="2026-03-22T09:46:12.929" v="1329" actId="21"/>
          <ac:spMkLst>
            <pc:docMk/>
            <pc:sldMk cId="3040587720" sldId="271"/>
            <ac:spMk id="2" creationId="{2F9E8FEA-34BE-9585-76EB-5C81F3AE74D3}"/>
          </ac:spMkLst>
        </pc:spChg>
        <pc:spChg chg="del">
          <ac:chgData name="Hemanth Kumar B" userId="b91ecad4aa077559" providerId="LiveId" clId="{99C79367-9A65-4951-B940-0600D1C72BC2}" dt="2026-03-22T09:44:34.202" v="1314"/>
          <ac:spMkLst>
            <pc:docMk/>
            <pc:sldMk cId="3040587720" sldId="271"/>
            <ac:spMk id="3" creationId="{496FB2C6-35B8-C034-5AFC-F39D1D3B861E}"/>
          </ac:spMkLst>
        </pc:spChg>
        <pc:spChg chg="add del mod ord">
          <ac:chgData name="Hemanth Kumar B" userId="b91ecad4aa077559" providerId="LiveId" clId="{99C79367-9A65-4951-B940-0600D1C72BC2}" dt="2026-03-22T09:51:05.593" v="1349" actId="21"/>
          <ac:spMkLst>
            <pc:docMk/>
            <pc:sldMk cId="3040587720" sldId="271"/>
            <ac:spMk id="6" creationId="{22FC0174-0313-E331-3A6C-8335FAE984D8}"/>
          </ac:spMkLst>
        </pc:spChg>
        <pc:spChg chg="add del mod ord">
          <ac:chgData name="Hemanth Kumar B" userId="b91ecad4aa077559" providerId="LiveId" clId="{99C79367-9A65-4951-B940-0600D1C72BC2}" dt="2026-03-22T09:54:26.327" v="1376" actId="2710"/>
          <ac:spMkLst>
            <pc:docMk/>
            <pc:sldMk cId="3040587720" sldId="271"/>
            <ac:spMk id="7" creationId="{4B8D95AD-CA0A-BC73-3E21-AB3DDD2089BA}"/>
          </ac:spMkLst>
        </pc:spChg>
        <pc:spChg chg="add del mod">
          <ac:chgData name="Hemanth Kumar B" userId="b91ecad4aa077559" providerId="LiveId" clId="{99C79367-9A65-4951-B940-0600D1C72BC2}" dt="2026-03-22T09:51:02.007" v="1346"/>
          <ac:spMkLst>
            <pc:docMk/>
            <pc:sldMk cId="3040587720" sldId="271"/>
            <ac:spMk id="8" creationId="{22FC0174-0313-E331-3A6C-8335FAE984D8}"/>
          </ac:spMkLst>
        </pc:spChg>
        <pc:spChg chg="add mod">
          <ac:chgData name="Hemanth Kumar B" userId="b91ecad4aa077559" providerId="LiveId" clId="{99C79367-9A65-4951-B940-0600D1C72BC2}" dt="2026-03-22T09:51:01.380" v="1345"/>
          <ac:spMkLst>
            <pc:docMk/>
            <pc:sldMk cId="3040587720" sldId="271"/>
            <ac:spMk id="9" creationId="{13770D18-B654-5387-74F5-4290891DE493}"/>
          </ac:spMkLst>
        </pc:spChg>
        <pc:picChg chg="add mod ord">
          <ac:chgData name="Hemanth Kumar B" userId="b91ecad4aa077559" providerId="LiveId" clId="{99C79367-9A65-4951-B940-0600D1C72BC2}" dt="2026-03-22T09:51:11.865" v="1351" actId="1076"/>
          <ac:picMkLst>
            <pc:docMk/>
            <pc:sldMk cId="3040587720" sldId="271"/>
            <ac:picMk id="5" creationId="{5243EA17-D048-CCD4-D87F-3097335CC3F9}"/>
          </ac:picMkLst>
        </pc:picChg>
      </pc:sldChg>
      <pc:sldChg chg="addSp delSp modSp new mod modClrScheme chgLayout">
        <pc:chgData name="Hemanth Kumar B" userId="b91ecad4aa077559" providerId="LiveId" clId="{99C79367-9A65-4951-B940-0600D1C72BC2}" dt="2026-03-22T09:54:17.187" v="1375" actId="2710"/>
        <pc:sldMkLst>
          <pc:docMk/>
          <pc:sldMk cId="520690500" sldId="272"/>
        </pc:sldMkLst>
        <pc:spChg chg="del">
          <ac:chgData name="Hemanth Kumar B" userId="b91ecad4aa077559" providerId="LiveId" clId="{99C79367-9A65-4951-B940-0600D1C72BC2}" dt="2026-03-22T09:46:39.125" v="1336" actId="21"/>
          <ac:spMkLst>
            <pc:docMk/>
            <pc:sldMk cId="520690500" sldId="272"/>
            <ac:spMk id="2" creationId="{3E154AFD-8970-B403-B109-10E57C7EE720}"/>
          </ac:spMkLst>
        </pc:spChg>
        <pc:spChg chg="del">
          <ac:chgData name="Hemanth Kumar B" userId="b91ecad4aa077559" providerId="LiveId" clId="{99C79367-9A65-4951-B940-0600D1C72BC2}" dt="2026-03-22T09:45:15.859" v="1320"/>
          <ac:spMkLst>
            <pc:docMk/>
            <pc:sldMk cId="520690500" sldId="272"/>
            <ac:spMk id="3" creationId="{08B4B68D-51A3-0DA4-D4C0-DAB8EC9AF671}"/>
          </ac:spMkLst>
        </pc:spChg>
        <pc:spChg chg="add mod ord">
          <ac:chgData name="Hemanth Kumar B" userId="b91ecad4aa077559" providerId="LiveId" clId="{99C79367-9A65-4951-B940-0600D1C72BC2}" dt="2026-03-22T09:54:17.187" v="1375" actId="2710"/>
          <ac:spMkLst>
            <pc:docMk/>
            <pc:sldMk cId="520690500" sldId="272"/>
            <ac:spMk id="6" creationId="{5972D36B-0349-541D-F402-5F7BF9ADD192}"/>
          </ac:spMkLst>
        </pc:spChg>
        <pc:picChg chg="add mod ord">
          <ac:chgData name="Hemanth Kumar B" userId="b91ecad4aa077559" providerId="LiveId" clId="{99C79367-9A65-4951-B940-0600D1C72BC2}" dt="2026-03-22T09:51:56.481" v="1355" actId="1076"/>
          <ac:picMkLst>
            <pc:docMk/>
            <pc:sldMk cId="520690500" sldId="272"/>
            <ac:picMk id="5" creationId="{63466F45-72DB-3B7D-351D-04B2940100DB}"/>
          </ac:picMkLst>
        </pc:picChg>
      </pc:sldChg>
      <pc:sldChg chg="addSp delSp modSp new mod modClrScheme chgLayout">
        <pc:chgData name="Hemanth Kumar B" userId="b91ecad4aa077559" providerId="LiveId" clId="{99C79367-9A65-4951-B940-0600D1C72BC2}" dt="2026-03-22T09:54:06.835" v="1374" actId="2710"/>
        <pc:sldMkLst>
          <pc:docMk/>
          <pc:sldMk cId="1130979278" sldId="273"/>
        </pc:sldMkLst>
        <pc:spChg chg="del">
          <ac:chgData name="Hemanth Kumar B" userId="b91ecad4aa077559" providerId="LiveId" clId="{99C79367-9A65-4951-B940-0600D1C72BC2}" dt="2026-03-22T09:46:51.555" v="1338" actId="21"/>
          <ac:spMkLst>
            <pc:docMk/>
            <pc:sldMk cId="1130979278" sldId="273"/>
            <ac:spMk id="2" creationId="{CDE2415C-37AD-7498-FA41-9523B1DEBFA9}"/>
          </ac:spMkLst>
        </pc:spChg>
        <pc:spChg chg="add del mod">
          <ac:chgData name="Hemanth Kumar B" userId="b91ecad4aa077559" providerId="LiveId" clId="{99C79367-9A65-4951-B940-0600D1C72BC2}" dt="2026-03-22T09:45:54.984" v="1327"/>
          <ac:spMkLst>
            <pc:docMk/>
            <pc:sldMk cId="1130979278" sldId="273"/>
            <ac:spMk id="3" creationId="{286B9CCB-C5E3-EC8D-723E-8132F486E824}"/>
          </ac:spMkLst>
        </pc:spChg>
        <pc:spChg chg="add mod ord">
          <ac:chgData name="Hemanth Kumar B" userId="b91ecad4aa077559" providerId="LiveId" clId="{99C79367-9A65-4951-B940-0600D1C72BC2}" dt="2026-03-22T09:54:06.835" v="1374" actId="2710"/>
          <ac:spMkLst>
            <pc:docMk/>
            <pc:sldMk cId="1130979278" sldId="273"/>
            <ac:spMk id="8" creationId="{2A16B7E5-3789-2509-DE9D-CBB6F6BFE748}"/>
          </ac:spMkLst>
        </pc:spChg>
        <pc:picChg chg="add del mod ord">
          <ac:chgData name="Hemanth Kumar B" userId="b91ecad4aa077559" providerId="LiveId" clId="{99C79367-9A65-4951-B940-0600D1C72BC2}" dt="2026-03-22T09:45:52.879" v="1325" actId="931"/>
          <ac:picMkLst>
            <pc:docMk/>
            <pc:sldMk cId="1130979278" sldId="273"/>
            <ac:picMk id="5" creationId="{DBD3F770-AA59-06BA-A470-ACDAAE49D084}"/>
          </ac:picMkLst>
        </pc:picChg>
        <pc:picChg chg="add mod ord">
          <ac:chgData name="Hemanth Kumar B" userId="b91ecad4aa077559" providerId="LiveId" clId="{99C79367-9A65-4951-B940-0600D1C72BC2}" dt="2026-03-22T09:53:40.757" v="1368" actId="1076"/>
          <ac:picMkLst>
            <pc:docMk/>
            <pc:sldMk cId="1130979278" sldId="273"/>
            <ac:picMk id="7" creationId="{07FF4582-884D-F87C-E001-B2A7210B260F}"/>
          </ac:picMkLst>
        </pc:picChg>
      </pc:sldChg>
      <pc:sldMasterChg chg="setBg modSldLayout">
        <pc:chgData name="Hemanth Kumar B" userId="b91ecad4aa077559" providerId="LiveId" clId="{99C79367-9A65-4951-B940-0600D1C72BC2}" dt="2026-03-22T06:31:28.017" v="705"/>
        <pc:sldMasterMkLst>
          <pc:docMk/>
          <pc:sldMasterMk cId="1011436128" sldId="2147483648"/>
        </pc:sldMasterMkLst>
        <pc:sldLayoutChg chg="setBg">
          <pc:chgData name="Hemanth Kumar B" userId="b91ecad4aa077559" providerId="LiveId" clId="{99C79367-9A65-4951-B940-0600D1C72BC2}" dt="2026-03-22T06:31:28.017" v="705"/>
          <pc:sldLayoutMkLst>
            <pc:docMk/>
            <pc:sldMasterMk cId="1011436128" sldId="2147483648"/>
            <pc:sldLayoutMk cId="322642984" sldId="2147483649"/>
          </pc:sldLayoutMkLst>
        </pc:sldLayoutChg>
        <pc:sldLayoutChg chg="setBg">
          <pc:chgData name="Hemanth Kumar B" userId="b91ecad4aa077559" providerId="LiveId" clId="{99C79367-9A65-4951-B940-0600D1C72BC2}" dt="2026-03-22T06:31:28.017" v="705"/>
          <pc:sldLayoutMkLst>
            <pc:docMk/>
            <pc:sldMasterMk cId="1011436128" sldId="2147483648"/>
            <pc:sldLayoutMk cId="1319541683" sldId="2147483650"/>
          </pc:sldLayoutMkLst>
        </pc:sldLayoutChg>
        <pc:sldLayoutChg chg="setBg">
          <pc:chgData name="Hemanth Kumar B" userId="b91ecad4aa077559" providerId="LiveId" clId="{99C79367-9A65-4951-B940-0600D1C72BC2}" dt="2026-03-22T06:31:28.017" v="705"/>
          <pc:sldLayoutMkLst>
            <pc:docMk/>
            <pc:sldMasterMk cId="1011436128" sldId="2147483648"/>
            <pc:sldLayoutMk cId="2037233627" sldId="2147483651"/>
          </pc:sldLayoutMkLst>
        </pc:sldLayoutChg>
        <pc:sldLayoutChg chg="setBg">
          <pc:chgData name="Hemanth Kumar B" userId="b91ecad4aa077559" providerId="LiveId" clId="{99C79367-9A65-4951-B940-0600D1C72BC2}" dt="2026-03-22T06:31:28.017" v="705"/>
          <pc:sldLayoutMkLst>
            <pc:docMk/>
            <pc:sldMasterMk cId="1011436128" sldId="2147483648"/>
            <pc:sldLayoutMk cId="70179892" sldId="2147483652"/>
          </pc:sldLayoutMkLst>
        </pc:sldLayoutChg>
        <pc:sldLayoutChg chg="setBg">
          <pc:chgData name="Hemanth Kumar B" userId="b91ecad4aa077559" providerId="LiveId" clId="{99C79367-9A65-4951-B940-0600D1C72BC2}" dt="2026-03-22T06:31:28.017" v="705"/>
          <pc:sldLayoutMkLst>
            <pc:docMk/>
            <pc:sldMasterMk cId="1011436128" sldId="2147483648"/>
            <pc:sldLayoutMk cId="1355600723" sldId="2147483653"/>
          </pc:sldLayoutMkLst>
        </pc:sldLayoutChg>
        <pc:sldLayoutChg chg="setBg">
          <pc:chgData name="Hemanth Kumar B" userId="b91ecad4aa077559" providerId="LiveId" clId="{99C79367-9A65-4951-B940-0600D1C72BC2}" dt="2026-03-22T06:31:28.017" v="705"/>
          <pc:sldLayoutMkLst>
            <pc:docMk/>
            <pc:sldMasterMk cId="1011436128" sldId="2147483648"/>
            <pc:sldLayoutMk cId="1346337551" sldId="2147483654"/>
          </pc:sldLayoutMkLst>
        </pc:sldLayoutChg>
        <pc:sldLayoutChg chg="setBg">
          <pc:chgData name="Hemanth Kumar B" userId="b91ecad4aa077559" providerId="LiveId" clId="{99C79367-9A65-4951-B940-0600D1C72BC2}" dt="2026-03-22T06:31:28.017" v="705"/>
          <pc:sldLayoutMkLst>
            <pc:docMk/>
            <pc:sldMasterMk cId="1011436128" sldId="2147483648"/>
            <pc:sldLayoutMk cId="4225690170" sldId="2147483655"/>
          </pc:sldLayoutMkLst>
        </pc:sldLayoutChg>
        <pc:sldLayoutChg chg="setBg">
          <pc:chgData name="Hemanth Kumar B" userId="b91ecad4aa077559" providerId="LiveId" clId="{99C79367-9A65-4951-B940-0600D1C72BC2}" dt="2026-03-22T06:31:28.017" v="705"/>
          <pc:sldLayoutMkLst>
            <pc:docMk/>
            <pc:sldMasterMk cId="1011436128" sldId="2147483648"/>
            <pc:sldLayoutMk cId="1526728626" sldId="2147483656"/>
          </pc:sldLayoutMkLst>
        </pc:sldLayoutChg>
        <pc:sldLayoutChg chg="setBg">
          <pc:chgData name="Hemanth Kumar B" userId="b91ecad4aa077559" providerId="LiveId" clId="{99C79367-9A65-4951-B940-0600D1C72BC2}" dt="2026-03-22T06:31:28.017" v="705"/>
          <pc:sldLayoutMkLst>
            <pc:docMk/>
            <pc:sldMasterMk cId="1011436128" sldId="2147483648"/>
            <pc:sldLayoutMk cId="2842573470" sldId="2147483657"/>
          </pc:sldLayoutMkLst>
        </pc:sldLayoutChg>
        <pc:sldLayoutChg chg="setBg">
          <pc:chgData name="Hemanth Kumar B" userId="b91ecad4aa077559" providerId="LiveId" clId="{99C79367-9A65-4951-B940-0600D1C72BC2}" dt="2026-03-22T06:31:28.017" v="705"/>
          <pc:sldLayoutMkLst>
            <pc:docMk/>
            <pc:sldMasterMk cId="1011436128" sldId="2147483648"/>
            <pc:sldLayoutMk cId="222966586" sldId="2147483658"/>
          </pc:sldLayoutMkLst>
        </pc:sldLayoutChg>
        <pc:sldLayoutChg chg="setBg">
          <pc:chgData name="Hemanth Kumar B" userId="b91ecad4aa077559" providerId="LiveId" clId="{99C79367-9A65-4951-B940-0600D1C72BC2}" dt="2026-03-22T06:31:28.017" v="705"/>
          <pc:sldLayoutMkLst>
            <pc:docMk/>
            <pc:sldMasterMk cId="1011436128" sldId="2147483648"/>
            <pc:sldLayoutMk cId="3267320509" sldId="214748365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A2457-5085-C010-C037-5A76FFA38F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747B515-9ADD-F061-C90B-48AB49D6D6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7FC8A8C-6B5A-AD7C-52AC-F0CA15B18096}"/>
              </a:ext>
            </a:extLst>
          </p:cNvPr>
          <p:cNvSpPr>
            <a:spLocks noGrp="1"/>
          </p:cNvSpPr>
          <p:nvPr>
            <p:ph type="dt" sz="half" idx="10"/>
          </p:nvPr>
        </p:nvSpPr>
        <p:spPr/>
        <p:txBody>
          <a:bodyPr/>
          <a:lstStyle/>
          <a:p>
            <a:fld id="{4F9572CE-1784-4AEA-BC0A-8A3D98C81652}" type="datetimeFigureOut">
              <a:rPr lang="en-IN" smtClean="0"/>
              <a:t>22-03-2026</a:t>
            </a:fld>
            <a:endParaRPr lang="en-IN"/>
          </a:p>
        </p:txBody>
      </p:sp>
      <p:sp>
        <p:nvSpPr>
          <p:cNvPr id="5" name="Footer Placeholder 4">
            <a:extLst>
              <a:ext uri="{FF2B5EF4-FFF2-40B4-BE49-F238E27FC236}">
                <a16:creationId xmlns:a16="http://schemas.microsoft.com/office/drawing/2014/main" id="{DE0416F0-507F-B148-1BB6-141B6E6DDE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0716FA-FFD3-B0BF-2C2F-FEE25D70C020}"/>
              </a:ext>
            </a:extLst>
          </p:cNvPr>
          <p:cNvSpPr>
            <a:spLocks noGrp="1"/>
          </p:cNvSpPr>
          <p:nvPr>
            <p:ph type="sldNum" sz="quarter" idx="12"/>
          </p:nvPr>
        </p:nvSpPr>
        <p:spPr/>
        <p:txBody>
          <a:bodyPr/>
          <a:lstStyle/>
          <a:p>
            <a:fld id="{D55C599B-58FC-4A9D-8D26-A13231A33B0A}" type="slidenum">
              <a:rPr lang="en-IN" smtClean="0"/>
              <a:t>‹#›</a:t>
            </a:fld>
            <a:endParaRPr lang="en-IN"/>
          </a:p>
        </p:txBody>
      </p:sp>
    </p:spTree>
    <p:extLst>
      <p:ext uri="{BB962C8B-B14F-4D97-AF65-F5344CB8AC3E}">
        <p14:creationId xmlns:p14="http://schemas.microsoft.com/office/powerpoint/2010/main" val="322642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CC057-4978-A4EE-D53E-91825B1EC5E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B252165-5096-53D0-B46A-E3C855F3721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5D154F-FF7C-B10D-7AA2-A85D22C1C256}"/>
              </a:ext>
            </a:extLst>
          </p:cNvPr>
          <p:cNvSpPr>
            <a:spLocks noGrp="1"/>
          </p:cNvSpPr>
          <p:nvPr>
            <p:ph type="dt" sz="half" idx="10"/>
          </p:nvPr>
        </p:nvSpPr>
        <p:spPr/>
        <p:txBody>
          <a:bodyPr/>
          <a:lstStyle/>
          <a:p>
            <a:fld id="{4F9572CE-1784-4AEA-BC0A-8A3D98C81652}" type="datetimeFigureOut">
              <a:rPr lang="en-IN" smtClean="0"/>
              <a:t>22-03-2026</a:t>
            </a:fld>
            <a:endParaRPr lang="en-IN"/>
          </a:p>
        </p:txBody>
      </p:sp>
      <p:sp>
        <p:nvSpPr>
          <p:cNvPr id="5" name="Footer Placeholder 4">
            <a:extLst>
              <a:ext uri="{FF2B5EF4-FFF2-40B4-BE49-F238E27FC236}">
                <a16:creationId xmlns:a16="http://schemas.microsoft.com/office/drawing/2014/main" id="{402F76EC-D478-C585-FB11-B840F73EA2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59AA47-6F86-BD13-D5D1-0187CAC3B4F3}"/>
              </a:ext>
            </a:extLst>
          </p:cNvPr>
          <p:cNvSpPr>
            <a:spLocks noGrp="1"/>
          </p:cNvSpPr>
          <p:nvPr>
            <p:ph type="sldNum" sz="quarter" idx="12"/>
          </p:nvPr>
        </p:nvSpPr>
        <p:spPr/>
        <p:txBody>
          <a:bodyPr/>
          <a:lstStyle/>
          <a:p>
            <a:fld id="{D55C599B-58FC-4A9D-8D26-A13231A33B0A}" type="slidenum">
              <a:rPr lang="en-IN" smtClean="0"/>
              <a:t>‹#›</a:t>
            </a:fld>
            <a:endParaRPr lang="en-IN"/>
          </a:p>
        </p:txBody>
      </p:sp>
    </p:spTree>
    <p:extLst>
      <p:ext uri="{BB962C8B-B14F-4D97-AF65-F5344CB8AC3E}">
        <p14:creationId xmlns:p14="http://schemas.microsoft.com/office/powerpoint/2010/main" val="1319541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B3F8A-4FC4-5F80-9068-17A2961401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CE09029-D81A-1743-A11C-DF47935AF4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974B86-6876-D777-EA5F-DDDD098F16E0}"/>
              </a:ext>
            </a:extLst>
          </p:cNvPr>
          <p:cNvSpPr>
            <a:spLocks noGrp="1"/>
          </p:cNvSpPr>
          <p:nvPr>
            <p:ph type="dt" sz="half" idx="10"/>
          </p:nvPr>
        </p:nvSpPr>
        <p:spPr/>
        <p:txBody>
          <a:bodyPr/>
          <a:lstStyle/>
          <a:p>
            <a:fld id="{4F9572CE-1784-4AEA-BC0A-8A3D98C81652}" type="datetimeFigureOut">
              <a:rPr lang="en-IN" smtClean="0"/>
              <a:t>22-03-2026</a:t>
            </a:fld>
            <a:endParaRPr lang="en-IN"/>
          </a:p>
        </p:txBody>
      </p:sp>
      <p:sp>
        <p:nvSpPr>
          <p:cNvPr id="5" name="Footer Placeholder 4">
            <a:extLst>
              <a:ext uri="{FF2B5EF4-FFF2-40B4-BE49-F238E27FC236}">
                <a16:creationId xmlns:a16="http://schemas.microsoft.com/office/drawing/2014/main" id="{AE2103C2-D3EC-1BE2-4F06-3E814D5A62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861CBE-0700-E455-99A0-C0E4719873B0}"/>
              </a:ext>
            </a:extLst>
          </p:cNvPr>
          <p:cNvSpPr>
            <a:spLocks noGrp="1"/>
          </p:cNvSpPr>
          <p:nvPr>
            <p:ph type="sldNum" sz="quarter" idx="12"/>
          </p:nvPr>
        </p:nvSpPr>
        <p:spPr/>
        <p:txBody>
          <a:bodyPr/>
          <a:lstStyle/>
          <a:p>
            <a:fld id="{D55C599B-58FC-4A9D-8D26-A13231A33B0A}" type="slidenum">
              <a:rPr lang="en-IN" smtClean="0"/>
              <a:t>‹#›</a:t>
            </a:fld>
            <a:endParaRPr lang="en-IN"/>
          </a:p>
        </p:txBody>
      </p:sp>
    </p:spTree>
    <p:extLst>
      <p:ext uri="{BB962C8B-B14F-4D97-AF65-F5344CB8AC3E}">
        <p14:creationId xmlns:p14="http://schemas.microsoft.com/office/powerpoint/2010/main" val="2037233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9F795-4E38-9F6F-A4BF-B5A74E0073E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7BD89E5-A189-C907-DC6B-52E7EDD5CB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1247276-84C5-C039-99AE-A245CF8F97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E6148E9-A098-7446-929F-75FC41D26C9D}"/>
              </a:ext>
            </a:extLst>
          </p:cNvPr>
          <p:cNvSpPr>
            <a:spLocks noGrp="1"/>
          </p:cNvSpPr>
          <p:nvPr>
            <p:ph type="dt" sz="half" idx="10"/>
          </p:nvPr>
        </p:nvSpPr>
        <p:spPr/>
        <p:txBody>
          <a:bodyPr/>
          <a:lstStyle/>
          <a:p>
            <a:fld id="{4F9572CE-1784-4AEA-BC0A-8A3D98C81652}" type="datetimeFigureOut">
              <a:rPr lang="en-IN" smtClean="0"/>
              <a:t>22-03-2026</a:t>
            </a:fld>
            <a:endParaRPr lang="en-IN"/>
          </a:p>
        </p:txBody>
      </p:sp>
      <p:sp>
        <p:nvSpPr>
          <p:cNvPr id="6" name="Footer Placeholder 5">
            <a:extLst>
              <a:ext uri="{FF2B5EF4-FFF2-40B4-BE49-F238E27FC236}">
                <a16:creationId xmlns:a16="http://schemas.microsoft.com/office/drawing/2014/main" id="{CDF298F6-39A1-43F4-30D6-891A3F90C9E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F56A3B-5E09-9D93-8B8F-485668C52EF8}"/>
              </a:ext>
            </a:extLst>
          </p:cNvPr>
          <p:cNvSpPr>
            <a:spLocks noGrp="1"/>
          </p:cNvSpPr>
          <p:nvPr>
            <p:ph type="sldNum" sz="quarter" idx="12"/>
          </p:nvPr>
        </p:nvSpPr>
        <p:spPr/>
        <p:txBody>
          <a:bodyPr/>
          <a:lstStyle/>
          <a:p>
            <a:fld id="{D55C599B-58FC-4A9D-8D26-A13231A33B0A}" type="slidenum">
              <a:rPr lang="en-IN" smtClean="0"/>
              <a:t>‹#›</a:t>
            </a:fld>
            <a:endParaRPr lang="en-IN"/>
          </a:p>
        </p:txBody>
      </p:sp>
    </p:spTree>
    <p:extLst>
      <p:ext uri="{BB962C8B-B14F-4D97-AF65-F5344CB8AC3E}">
        <p14:creationId xmlns:p14="http://schemas.microsoft.com/office/powerpoint/2010/main" val="70179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BCCC6-A639-1C8D-0994-EE8780ECD14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7AFE386-963D-64DA-1626-C160510B5D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22CC0A-3EAC-BF05-F3D5-91F26A0F3E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4EA74BF-585D-1679-BE70-6E409D6F8D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3F8CE9-9E48-BE21-8BED-F9BACDE981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41E7A0C-F55A-790E-3778-64C2F6F35E5E}"/>
              </a:ext>
            </a:extLst>
          </p:cNvPr>
          <p:cNvSpPr>
            <a:spLocks noGrp="1"/>
          </p:cNvSpPr>
          <p:nvPr>
            <p:ph type="dt" sz="half" idx="10"/>
          </p:nvPr>
        </p:nvSpPr>
        <p:spPr/>
        <p:txBody>
          <a:bodyPr/>
          <a:lstStyle/>
          <a:p>
            <a:fld id="{4F9572CE-1784-4AEA-BC0A-8A3D98C81652}" type="datetimeFigureOut">
              <a:rPr lang="en-IN" smtClean="0"/>
              <a:t>22-03-2026</a:t>
            </a:fld>
            <a:endParaRPr lang="en-IN"/>
          </a:p>
        </p:txBody>
      </p:sp>
      <p:sp>
        <p:nvSpPr>
          <p:cNvPr id="8" name="Footer Placeholder 7">
            <a:extLst>
              <a:ext uri="{FF2B5EF4-FFF2-40B4-BE49-F238E27FC236}">
                <a16:creationId xmlns:a16="http://schemas.microsoft.com/office/drawing/2014/main" id="{04CB01F0-1453-224D-5ED7-E3255E09093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45651D9-CDDD-FFC2-E6A5-3F72EE6F2C90}"/>
              </a:ext>
            </a:extLst>
          </p:cNvPr>
          <p:cNvSpPr>
            <a:spLocks noGrp="1"/>
          </p:cNvSpPr>
          <p:nvPr>
            <p:ph type="sldNum" sz="quarter" idx="12"/>
          </p:nvPr>
        </p:nvSpPr>
        <p:spPr/>
        <p:txBody>
          <a:bodyPr/>
          <a:lstStyle/>
          <a:p>
            <a:fld id="{D55C599B-58FC-4A9D-8D26-A13231A33B0A}" type="slidenum">
              <a:rPr lang="en-IN" smtClean="0"/>
              <a:t>‹#›</a:t>
            </a:fld>
            <a:endParaRPr lang="en-IN"/>
          </a:p>
        </p:txBody>
      </p:sp>
    </p:spTree>
    <p:extLst>
      <p:ext uri="{BB962C8B-B14F-4D97-AF65-F5344CB8AC3E}">
        <p14:creationId xmlns:p14="http://schemas.microsoft.com/office/powerpoint/2010/main" val="1355600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12388-F4C8-32C3-5A4E-78A2EDDCFC6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3961CB9-8061-07DA-8B79-AF58F8057841}"/>
              </a:ext>
            </a:extLst>
          </p:cNvPr>
          <p:cNvSpPr>
            <a:spLocks noGrp="1"/>
          </p:cNvSpPr>
          <p:nvPr>
            <p:ph type="dt" sz="half" idx="10"/>
          </p:nvPr>
        </p:nvSpPr>
        <p:spPr/>
        <p:txBody>
          <a:bodyPr/>
          <a:lstStyle/>
          <a:p>
            <a:fld id="{4F9572CE-1784-4AEA-BC0A-8A3D98C81652}" type="datetimeFigureOut">
              <a:rPr lang="en-IN" smtClean="0"/>
              <a:t>22-03-2026</a:t>
            </a:fld>
            <a:endParaRPr lang="en-IN"/>
          </a:p>
        </p:txBody>
      </p:sp>
      <p:sp>
        <p:nvSpPr>
          <p:cNvPr id="4" name="Footer Placeholder 3">
            <a:extLst>
              <a:ext uri="{FF2B5EF4-FFF2-40B4-BE49-F238E27FC236}">
                <a16:creationId xmlns:a16="http://schemas.microsoft.com/office/drawing/2014/main" id="{E2C7522E-7EE7-E8F6-11DD-C040AFAB093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5C5535D-B889-0D94-165C-0F8DEA723C52}"/>
              </a:ext>
            </a:extLst>
          </p:cNvPr>
          <p:cNvSpPr>
            <a:spLocks noGrp="1"/>
          </p:cNvSpPr>
          <p:nvPr>
            <p:ph type="sldNum" sz="quarter" idx="12"/>
          </p:nvPr>
        </p:nvSpPr>
        <p:spPr/>
        <p:txBody>
          <a:bodyPr/>
          <a:lstStyle/>
          <a:p>
            <a:fld id="{D55C599B-58FC-4A9D-8D26-A13231A33B0A}" type="slidenum">
              <a:rPr lang="en-IN" smtClean="0"/>
              <a:t>‹#›</a:t>
            </a:fld>
            <a:endParaRPr lang="en-IN"/>
          </a:p>
        </p:txBody>
      </p:sp>
    </p:spTree>
    <p:extLst>
      <p:ext uri="{BB962C8B-B14F-4D97-AF65-F5344CB8AC3E}">
        <p14:creationId xmlns:p14="http://schemas.microsoft.com/office/powerpoint/2010/main" val="1346337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737888-F6A1-3BD4-D900-35B1A08A4C83}"/>
              </a:ext>
            </a:extLst>
          </p:cNvPr>
          <p:cNvSpPr>
            <a:spLocks noGrp="1"/>
          </p:cNvSpPr>
          <p:nvPr>
            <p:ph type="dt" sz="half" idx="10"/>
          </p:nvPr>
        </p:nvSpPr>
        <p:spPr/>
        <p:txBody>
          <a:bodyPr/>
          <a:lstStyle/>
          <a:p>
            <a:fld id="{4F9572CE-1784-4AEA-BC0A-8A3D98C81652}" type="datetimeFigureOut">
              <a:rPr lang="en-IN" smtClean="0"/>
              <a:t>22-03-2026</a:t>
            </a:fld>
            <a:endParaRPr lang="en-IN"/>
          </a:p>
        </p:txBody>
      </p:sp>
      <p:sp>
        <p:nvSpPr>
          <p:cNvPr id="3" name="Footer Placeholder 2">
            <a:extLst>
              <a:ext uri="{FF2B5EF4-FFF2-40B4-BE49-F238E27FC236}">
                <a16:creationId xmlns:a16="http://schemas.microsoft.com/office/drawing/2014/main" id="{183C2AB0-12D8-AB58-57F2-8988EC7DBC0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D777EB7-FF37-8236-899B-48570AD17E17}"/>
              </a:ext>
            </a:extLst>
          </p:cNvPr>
          <p:cNvSpPr>
            <a:spLocks noGrp="1"/>
          </p:cNvSpPr>
          <p:nvPr>
            <p:ph type="sldNum" sz="quarter" idx="12"/>
          </p:nvPr>
        </p:nvSpPr>
        <p:spPr/>
        <p:txBody>
          <a:bodyPr/>
          <a:lstStyle/>
          <a:p>
            <a:fld id="{D55C599B-58FC-4A9D-8D26-A13231A33B0A}" type="slidenum">
              <a:rPr lang="en-IN" smtClean="0"/>
              <a:t>‹#›</a:t>
            </a:fld>
            <a:endParaRPr lang="en-IN"/>
          </a:p>
        </p:txBody>
      </p:sp>
    </p:spTree>
    <p:extLst>
      <p:ext uri="{BB962C8B-B14F-4D97-AF65-F5344CB8AC3E}">
        <p14:creationId xmlns:p14="http://schemas.microsoft.com/office/powerpoint/2010/main" val="4225690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B1D2F-A8D0-70B8-1F55-4AF8618EEC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B026305-DBA9-EE24-E2F9-055E8028B4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324EED9-9B3F-8A71-FB85-B9D14028ED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405791-1CAC-6F39-2AD5-65FFF5553B5D}"/>
              </a:ext>
            </a:extLst>
          </p:cNvPr>
          <p:cNvSpPr>
            <a:spLocks noGrp="1"/>
          </p:cNvSpPr>
          <p:nvPr>
            <p:ph type="dt" sz="half" idx="10"/>
          </p:nvPr>
        </p:nvSpPr>
        <p:spPr/>
        <p:txBody>
          <a:bodyPr/>
          <a:lstStyle/>
          <a:p>
            <a:fld id="{4F9572CE-1784-4AEA-BC0A-8A3D98C81652}" type="datetimeFigureOut">
              <a:rPr lang="en-IN" smtClean="0"/>
              <a:t>22-03-2026</a:t>
            </a:fld>
            <a:endParaRPr lang="en-IN"/>
          </a:p>
        </p:txBody>
      </p:sp>
      <p:sp>
        <p:nvSpPr>
          <p:cNvPr id="6" name="Footer Placeholder 5">
            <a:extLst>
              <a:ext uri="{FF2B5EF4-FFF2-40B4-BE49-F238E27FC236}">
                <a16:creationId xmlns:a16="http://schemas.microsoft.com/office/drawing/2014/main" id="{A5230129-76BA-C8F5-CDF7-FAEC6D1DC6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7D8A08E-9EF4-2AD4-C3B1-F1608F9FBEE7}"/>
              </a:ext>
            </a:extLst>
          </p:cNvPr>
          <p:cNvSpPr>
            <a:spLocks noGrp="1"/>
          </p:cNvSpPr>
          <p:nvPr>
            <p:ph type="sldNum" sz="quarter" idx="12"/>
          </p:nvPr>
        </p:nvSpPr>
        <p:spPr/>
        <p:txBody>
          <a:bodyPr/>
          <a:lstStyle/>
          <a:p>
            <a:fld id="{D55C599B-58FC-4A9D-8D26-A13231A33B0A}" type="slidenum">
              <a:rPr lang="en-IN" smtClean="0"/>
              <a:t>‹#›</a:t>
            </a:fld>
            <a:endParaRPr lang="en-IN"/>
          </a:p>
        </p:txBody>
      </p:sp>
    </p:spTree>
    <p:extLst>
      <p:ext uri="{BB962C8B-B14F-4D97-AF65-F5344CB8AC3E}">
        <p14:creationId xmlns:p14="http://schemas.microsoft.com/office/powerpoint/2010/main" val="1526728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4864C-33C1-9A2C-FC41-C3BE6BB1B5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BEA9976-2B7C-F100-7AD7-7EC5C28922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8F64F47-8DD5-04EB-EBA4-337E70074C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C8A81C-FDF6-C6C5-F2A1-CB291A185C56}"/>
              </a:ext>
            </a:extLst>
          </p:cNvPr>
          <p:cNvSpPr>
            <a:spLocks noGrp="1"/>
          </p:cNvSpPr>
          <p:nvPr>
            <p:ph type="dt" sz="half" idx="10"/>
          </p:nvPr>
        </p:nvSpPr>
        <p:spPr/>
        <p:txBody>
          <a:bodyPr/>
          <a:lstStyle/>
          <a:p>
            <a:fld id="{4F9572CE-1784-4AEA-BC0A-8A3D98C81652}" type="datetimeFigureOut">
              <a:rPr lang="en-IN" smtClean="0"/>
              <a:t>22-03-2026</a:t>
            </a:fld>
            <a:endParaRPr lang="en-IN"/>
          </a:p>
        </p:txBody>
      </p:sp>
      <p:sp>
        <p:nvSpPr>
          <p:cNvPr id="6" name="Footer Placeholder 5">
            <a:extLst>
              <a:ext uri="{FF2B5EF4-FFF2-40B4-BE49-F238E27FC236}">
                <a16:creationId xmlns:a16="http://schemas.microsoft.com/office/drawing/2014/main" id="{144921F3-E686-7E10-A03B-E5B87C5E3FB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A9549F-75BE-1A4A-8392-9939364A2473}"/>
              </a:ext>
            </a:extLst>
          </p:cNvPr>
          <p:cNvSpPr>
            <a:spLocks noGrp="1"/>
          </p:cNvSpPr>
          <p:nvPr>
            <p:ph type="sldNum" sz="quarter" idx="12"/>
          </p:nvPr>
        </p:nvSpPr>
        <p:spPr/>
        <p:txBody>
          <a:bodyPr/>
          <a:lstStyle/>
          <a:p>
            <a:fld id="{D55C599B-58FC-4A9D-8D26-A13231A33B0A}" type="slidenum">
              <a:rPr lang="en-IN" smtClean="0"/>
              <a:t>‹#›</a:t>
            </a:fld>
            <a:endParaRPr lang="en-IN"/>
          </a:p>
        </p:txBody>
      </p:sp>
    </p:spTree>
    <p:extLst>
      <p:ext uri="{BB962C8B-B14F-4D97-AF65-F5344CB8AC3E}">
        <p14:creationId xmlns:p14="http://schemas.microsoft.com/office/powerpoint/2010/main" val="2842573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9A51C-2D89-57BD-056E-190155B1900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78D6F0-C745-4849-F0E4-3E1D670BFA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55E8F8-2001-FEFF-343E-5550E382A327}"/>
              </a:ext>
            </a:extLst>
          </p:cNvPr>
          <p:cNvSpPr>
            <a:spLocks noGrp="1"/>
          </p:cNvSpPr>
          <p:nvPr>
            <p:ph type="dt" sz="half" idx="10"/>
          </p:nvPr>
        </p:nvSpPr>
        <p:spPr/>
        <p:txBody>
          <a:bodyPr/>
          <a:lstStyle/>
          <a:p>
            <a:fld id="{4F9572CE-1784-4AEA-BC0A-8A3D98C81652}" type="datetimeFigureOut">
              <a:rPr lang="en-IN" smtClean="0"/>
              <a:t>22-03-2026</a:t>
            </a:fld>
            <a:endParaRPr lang="en-IN"/>
          </a:p>
        </p:txBody>
      </p:sp>
      <p:sp>
        <p:nvSpPr>
          <p:cNvPr id="5" name="Footer Placeholder 4">
            <a:extLst>
              <a:ext uri="{FF2B5EF4-FFF2-40B4-BE49-F238E27FC236}">
                <a16:creationId xmlns:a16="http://schemas.microsoft.com/office/drawing/2014/main" id="{9BAA9776-441E-40EB-1920-E4BB1AE5AE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51A3BE-B2A2-A9E9-15BE-F672BAD38D4A}"/>
              </a:ext>
            </a:extLst>
          </p:cNvPr>
          <p:cNvSpPr>
            <a:spLocks noGrp="1"/>
          </p:cNvSpPr>
          <p:nvPr>
            <p:ph type="sldNum" sz="quarter" idx="12"/>
          </p:nvPr>
        </p:nvSpPr>
        <p:spPr/>
        <p:txBody>
          <a:bodyPr/>
          <a:lstStyle/>
          <a:p>
            <a:fld id="{D55C599B-58FC-4A9D-8D26-A13231A33B0A}" type="slidenum">
              <a:rPr lang="en-IN" smtClean="0"/>
              <a:t>‹#›</a:t>
            </a:fld>
            <a:endParaRPr lang="en-IN"/>
          </a:p>
        </p:txBody>
      </p:sp>
    </p:spTree>
    <p:extLst>
      <p:ext uri="{BB962C8B-B14F-4D97-AF65-F5344CB8AC3E}">
        <p14:creationId xmlns:p14="http://schemas.microsoft.com/office/powerpoint/2010/main" val="222966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4E4753-06E6-6E4E-9EE8-8597A271FB7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6246E4A-7933-F5EC-23D6-4B7C6618FF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13B41E-8799-38C6-322F-23FE4BF0CD80}"/>
              </a:ext>
            </a:extLst>
          </p:cNvPr>
          <p:cNvSpPr>
            <a:spLocks noGrp="1"/>
          </p:cNvSpPr>
          <p:nvPr>
            <p:ph type="dt" sz="half" idx="10"/>
          </p:nvPr>
        </p:nvSpPr>
        <p:spPr/>
        <p:txBody>
          <a:bodyPr/>
          <a:lstStyle/>
          <a:p>
            <a:fld id="{4F9572CE-1784-4AEA-BC0A-8A3D98C81652}" type="datetimeFigureOut">
              <a:rPr lang="en-IN" smtClean="0"/>
              <a:t>22-03-2026</a:t>
            </a:fld>
            <a:endParaRPr lang="en-IN"/>
          </a:p>
        </p:txBody>
      </p:sp>
      <p:sp>
        <p:nvSpPr>
          <p:cNvPr id="5" name="Footer Placeholder 4">
            <a:extLst>
              <a:ext uri="{FF2B5EF4-FFF2-40B4-BE49-F238E27FC236}">
                <a16:creationId xmlns:a16="http://schemas.microsoft.com/office/drawing/2014/main" id="{529D3EED-775D-B328-0CFB-9C6587A5F8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A69619-BE20-578C-0B80-C7BE3BF89E35}"/>
              </a:ext>
            </a:extLst>
          </p:cNvPr>
          <p:cNvSpPr>
            <a:spLocks noGrp="1"/>
          </p:cNvSpPr>
          <p:nvPr>
            <p:ph type="sldNum" sz="quarter" idx="12"/>
          </p:nvPr>
        </p:nvSpPr>
        <p:spPr/>
        <p:txBody>
          <a:bodyPr/>
          <a:lstStyle/>
          <a:p>
            <a:fld id="{D55C599B-58FC-4A9D-8D26-A13231A33B0A}" type="slidenum">
              <a:rPr lang="en-IN" smtClean="0"/>
              <a:t>‹#›</a:t>
            </a:fld>
            <a:endParaRPr lang="en-IN"/>
          </a:p>
        </p:txBody>
      </p:sp>
    </p:spTree>
    <p:extLst>
      <p:ext uri="{BB962C8B-B14F-4D97-AF65-F5344CB8AC3E}">
        <p14:creationId xmlns:p14="http://schemas.microsoft.com/office/powerpoint/2010/main" val="3267320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207A5A-EA71-D5E6-5989-C5D2B71A55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914C6E-D17B-1084-C9F7-D9B1316CD4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59FCD2-4580-7177-3621-6DBC0CB51E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9572CE-1784-4AEA-BC0A-8A3D98C81652}" type="datetimeFigureOut">
              <a:rPr lang="en-IN" smtClean="0"/>
              <a:t>22-03-2026</a:t>
            </a:fld>
            <a:endParaRPr lang="en-IN"/>
          </a:p>
        </p:txBody>
      </p:sp>
      <p:sp>
        <p:nvSpPr>
          <p:cNvPr id="5" name="Footer Placeholder 4">
            <a:extLst>
              <a:ext uri="{FF2B5EF4-FFF2-40B4-BE49-F238E27FC236}">
                <a16:creationId xmlns:a16="http://schemas.microsoft.com/office/drawing/2014/main" id="{5DA16550-75C9-BAD9-E87B-2CA7C32D1F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014AF01-5C79-C9EF-10B9-9201C303DA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5C599B-58FC-4A9D-8D26-A13231A33B0A}" type="slidenum">
              <a:rPr lang="en-IN" smtClean="0"/>
              <a:t>‹#›</a:t>
            </a:fld>
            <a:endParaRPr lang="en-IN"/>
          </a:p>
        </p:txBody>
      </p:sp>
    </p:spTree>
    <p:extLst>
      <p:ext uri="{BB962C8B-B14F-4D97-AF65-F5344CB8AC3E}">
        <p14:creationId xmlns:p14="http://schemas.microsoft.com/office/powerpoint/2010/main" val="10114361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A92FA-71DC-A7C8-8274-E94975CAD10E}"/>
              </a:ext>
            </a:extLst>
          </p:cNvPr>
          <p:cNvSpPr>
            <a:spLocks noGrp="1"/>
          </p:cNvSpPr>
          <p:nvPr>
            <p:ph type="title"/>
          </p:nvPr>
        </p:nvSpPr>
        <p:spPr>
          <a:xfrm>
            <a:off x="558800" y="365124"/>
            <a:ext cx="11236960" cy="6137275"/>
          </a:xfrm>
        </p:spPr>
        <p:txBody>
          <a:bodyPr>
            <a:normAutofit/>
          </a:bodyPr>
          <a:lstStyle/>
          <a:p>
            <a:pPr algn="ctr">
              <a:lnSpc>
                <a:spcPct val="100000"/>
              </a:lnSpc>
            </a:pPr>
            <a:r>
              <a:rPr lang="en-US" sz="2000" b="1" dirty="0">
                <a:solidFill>
                  <a:srgbClr val="FF0000"/>
                </a:solidFill>
                <a:latin typeface="Rockwell" panose="02060603020205020403" pitchFamily="18" charset="0"/>
                <a:cs typeface="Times New Roman" panose="02020603050405020304" pitchFamily="18" charset="0"/>
              </a:rPr>
              <a:t>MINI PROJECT(2025-2026)</a:t>
            </a:r>
            <a:br>
              <a:rPr lang="en-US" sz="2000" b="1" dirty="0">
                <a:solidFill>
                  <a:srgbClr val="FF0000"/>
                </a:solidFill>
                <a:latin typeface="Rockwell" panose="02060603020205020403" pitchFamily="18" charset="0"/>
                <a:cs typeface="Times New Roman" panose="02020603050405020304" pitchFamily="18" charset="0"/>
              </a:rPr>
            </a:br>
            <a:br>
              <a:rPr lang="en-US" sz="1000" b="1" dirty="0">
                <a:solidFill>
                  <a:srgbClr val="FF0000"/>
                </a:solidFill>
                <a:latin typeface="Rockwell" panose="02060603020205020403" pitchFamily="18" charset="0"/>
                <a:cs typeface="Times New Roman" panose="02020603050405020304" pitchFamily="18" charset="0"/>
              </a:rPr>
            </a:br>
            <a:r>
              <a:rPr lang="en-US" sz="1800" b="1" dirty="0">
                <a:latin typeface="Rockwell" panose="02060603020205020403" pitchFamily="18" charset="0"/>
              </a:rPr>
              <a:t>Distributed Denial of Service (DDoS) Attack Detection and Mitigation Using Machine Learning (ML) and Deep Learning (DL) </a:t>
            </a:r>
            <a:br>
              <a:rPr lang="en-US" sz="1800" b="1" dirty="0">
                <a:latin typeface="Rockwell" panose="02060603020205020403" pitchFamily="18" charset="0"/>
              </a:rPr>
            </a:br>
            <a:br>
              <a:rPr lang="en-US" sz="1800" b="1" dirty="0">
                <a:latin typeface="Rockwell" panose="02060603020205020403" pitchFamily="18" charset="0"/>
              </a:rPr>
            </a:br>
            <a:r>
              <a:rPr lang="en-IN" sz="1800" dirty="0">
                <a:latin typeface="Rockwell" panose="02060603020205020403" pitchFamily="18" charset="0"/>
              </a:rPr>
              <a:t>HEMANTH KUMAR B                          24Q95A0512 </a:t>
            </a:r>
            <a:br>
              <a:rPr lang="en-IN" sz="1800" dirty="0">
                <a:latin typeface="Rockwell" panose="02060603020205020403" pitchFamily="18" charset="0"/>
              </a:rPr>
            </a:br>
            <a:r>
              <a:rPr lang="en-IN" sz="1800" dirty="0">
                <a:latin typeface="Rockwell" panose="02060603020205020403" pitchFamily="18" charset="0"/>
              </a:rPr>
              <a:t>B KARTHAR                                          23Q91A05D9 </a:t>
            </a:r>
            <a:br>
              <a:rPr lang="en-IN" sz="1800" dirty="0">
                <a:latin typeface="Rockwell" panose="02060603020205020403" pitchFamily="18" charset="0"/>
              </a:rPr>
            </a:br>
            <a:r>
              <a:rPr lang="en-IN" sz="1800" dirty="0">
                <a:latin typeface="Rockwell" panose="02060603020205020403" pitchFamily="18" charset="0"/>
              </a:rPr>
              <a:t>B UMA MAHESHWAR REDDY           23Q91A05D8 </a:t>
            </a:r>
            <a:br>
              <a:rPr lang="en-IN" sz="1800" dirty="0">
                <a:latin typeface="Rockwell" panose="02060603020205020403" pitchFamily="18" charset="0"/>
              </a:rPr>
            </a:br>
            <a:r>
              <a:rPr lang="en-IN" sz="1800" dirty="0">
                <a:latin typeface="Rockwell" panose="02060603020205020403" pitchFamily="18" charset="0"/>
              </a:rPr>
              <a:t>CH JAGADEESH                                   23Q91A05E3</a:t>
            </a:r>
            <a:br>
              <a:rPr lang="en-US" sz="1800" b="1" dirty="0">
                <a:solidFill>
                  <a:schemeClr val="tx1">
                    <a:lumMod val="95000"/>
                    <a:lumOff val="5000"/>
                  </a:schemeClr>
                </a:solidFill>
                <a:latin typeface="Rockwell" panose="02060603020205020403" pitchFamily="18" charset="0"/>
                <a:cs typeface="Times New Roman" panose="02020603050405020304" pitchFamily="18" charset="0"/>
              </a:rPr>
            </a:br>
            <a:br>
              <a:rPr lang="en-US" sz="1800" b="1" dirty="0">
                <a:solidFill>
                  <a:schemeClr val="tx1">
                    <a:lumMod val="95000"/>
                    <a:lumOff val="5000"/>
                  </a:schemeClr>
                </a:solidFill>
                <a:latin typeface="Rockwell" panose="02060603020205020403" pitchFamily="18" charset="0"/>
                <a:cs typeface="Times New Roman" panose="02020603050405020304" pitchFamily="18" charset="0"/>
              </a:rPr>
            </a:br>
            <a:r>
              <a:rPr lang="en-US" sz="1800" dirty="0">
                <a:latin typeface="Rockwell" panose="02060603020205020403" pitchFamily="18" charset="0"/>
              </a:rPr>
              <a:t>Under the guidance of</a:t>
            </a:r>
            <a:br>
              <a:rPr lang="en-US" sz="1800" dirty="0">
                <a:latin typeface="Rockwell" panose="02060603020205020403" pitchFamily="18" charset="0"/>
              </a:rPr>
            </a:br>
            <a:r>
              <a:rPr lang="en-US" sz="1800" dirty="0">
                <a:latin typeface="Rockwell" panose="02060603020205020403" pitchFamily="18" charset="0"/>
              </a:rPr>
              <a:t>Mr. N. BALARAMAN</a:t>
            </a:r>
            <a:br>
              <a:rPr lang="en-US" sz="1800" b="1" dirty="0">
                <a:solidFill>
                  <a:schemeClr val="tx1">
                    <a:lumMod val="95000"/>
                    <a:lumOff val="5000"/>
                  </a:schemeClr>
                </a:solidFill>
                <a:latin typeface="Rockwell" panose="02060603020205020403" pitchFamily="18" charset="0"/>
                <a:cs typeface="Times New Roman" panose="02020603050405020304" pitchFamily="18" charset="0"/>
              </a:rPr>
            </a:br>
            <a:br>
              <a:rPr lang="en-US" sz="1600" b="1" dirty="0">
                <a:solidFill>
                  <a:schemeClr val="tx1">
                    <a:lumMod val="95000"/>
                    <a:lumOff val="5000"/>
                  </a:schemeClr>
                </a:solidFill>
                <a:latin typeface="Rockwell" panose="02060603020205020403" pitchFamily="18" charset="0"/>
                <a:cs typeface="Times New Roman" panose="02020603050405020304" pitchFamily="18" charset="0"/>
              </a:rPr>
            </a:br>
            <a:br>
              <a:rPr lang="en-US" sz="1600" b="1" dirty="0">
                <a:solidFill>
                  <a:schemeClr val="tx1">
                    <a:lumMod val="95000"/>
                    <a:lumOff val="5000"/>
                  </a:schemeClr>
                </a:solidFill>
                <a:latin typeface="Rockwell" panose="02060603020205020403" pitchFamily="18" charset="0"/>
                <a:cs typeface="Times New Roman" panose="02020603050405020304" pitchFamily="18" charset="0"/>
              </a:rPr>
            </a:br>
            <a:br>
              <a:rPr lang="en-US" sz="1600" b="1" dirty="0">
                <a:solidFill>
                  <a:schemeClr val="tx1">
                    <a:lumMod val="95000"/>
                    <a:lumOff val="5000"/>
                  </a:schemeClr>
                </a:solidFill>
                <a:latin typeface="Rockwell" panose="02060603020205020403" pitchFamily="18" charset="0"/>
                <a:cs typeface="Times New Roman" panose="02020603050405020304" pitchFamily="18" charset="0"/>
              </a:rPr>
            </a:br>
            <a:br>
              <a:rPr lang="en-US" sz="1600" b="1" dirty="0">
                <a:solidFill>
                  <a:schemeClr val="tx1">
                    <a:lumMod val="95000"/>
                    <a:lumOff val="5000"/>
                  </a:schemeClr>
                </a:solidFill>
                <a:latin typeface="Rockwell" panose="02060603020205020403" pitchFamily="18" charset="0"/>
                <a:cs typeface="Times New Roman" panose="02020603050405020304" pitchFamily="18" charset="0"/>
              </a:rPr>
            </a:br>
            <a:br>
              <a:rPr lang="en-US" sz="1600" b="1" dirty="0">
                <a:solidFill>
                  <a:schemeClr val="tx1">
                    <a:lumMod val="95000"/>
                    <a:lumOff val="5000"/>
                  </a:schemeClr>
                </a:solidFill>
                <a:latin typeface="Rockwell" panose="02060603020205020403" pitchFamily="18" charset="0"/>
                <a:cs typeface="Times New Roman" panose="02020603050405020304" pitchFamily="18" charset="0"/>
              </a:rPr>
            </a:br>
            <a:br>
              <a:rPr lang="en-US" sz="1600" b="1" dirty="0">
                <a:solidFill>
                  <a:schemeClr val="tx1">
                    <a:lumMod val="95000"/>
                    <a:lumOff val="5000"/>
                  </a:schemeClr>
                </a:solidFill>
                <a:latin typeface="Rockwell" panose="02060603020205020403" pitchFamily="18" charset="0"/>
                <a:cs typeface="Times New Roman" panose="02020603050405020304" pitchFamily="18" charset="0"/>
              </a:rPr>
            </a:br>
            <a:br>
              <a:rPr lang="en-US" sz="1600" b="1" dirty="0">
                <a:solidFill>
                  <a:schemeClr val="tx1">
                    <a:lumMod val="95000"/>
                    <a:lumOff val="5000"/>
                  </a:schemeClr>
                </a:solidFill>
                <a:latin typeface="Rockwell" panose="02060603020205020403" pitchFamily="18" charset="0"/>
                <a:cs typeface="Times New Roman" panose="02020603050405020304" pitchFamily="18" charset="0"/>
              </a:rPr>
            </a:br>
            <a:r>
              <a:rPr lang="en-US" sz="1800" b="1" dirty="0">
                <a:latin typeface="Rockwell" panose="02060603020205020403" pitchFamily="18" charset="0"/>
                <a:cs typeface="Times New Roman" panose="02020603050405020304" pitchFamily="18" charset="0"/>
              </a:rPr>
              <a:t>MALLA REDDY COLLEGE OF ENGINEERING</a:t>
            </a:r>
            <a:br>
              <a:rPr lang="en-US" sz="1800" b="1" dirty="0">
                <a:latin typeface="Rockwell" panose="02060603020205020403" pitchFamily="18" charset="0"/>
                <a:cs typeface="Times New Roman" panose="02020603050405020304" pitchFamily="18" charset="0"/>
              </a:rPr>
            </a:br>
            <a:r>
              <a:rPr lang="en-US" sz="1800" dirty="0">
                <a:latin typeface="Rockwell" panose="02060603020205020403" pitchFamily="18" charset="0"/>
                <a:cs typeface="Times New Roman" panose="02020603050405020304" pitchFamily="18" charset="0"/>
              </a:rPr>
              <a:t>Department of Computer Science and Engineering (Approved by AICTE- Permanently Affiliated to JNTU-Hyderabad) Accredited by NBA &amp;NAAC, Recognized section2(f) &amp;12(B) of UGC New Delhi ISO 9001:2015 Certified Institution Maisammaguda, Dhulapally (Post via Kompally) Secunderabad-500100</a:t>
            </a:r>
            <a:endParaRPr lang="en-IN" sz="1800" dirty="0">
              <a:latin typeface="Rockwell" panose="02060603020205020403" pitchFamily="18" charset="0"/>
            </a:endParaRPr>
          </a:p>
        </p:txBody>
      </p:sp>
      <p:pic>
        <p:nvPicPr>
          <p:cNvPr id="2052" name="Picture 4" descr="IJASET 2024">
            <a:extLst>
              <a:ext uri="{FF2B5EF4-FFF2-40B4-BE49-F238E27FC236}">
                <a16:creationId xmlns:a16="http://schemas.microsoft.com/office/drawing/2014/main" id="{AFD54032-8A88-2C39-CB17-A073A5A446F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70687" y="3754120"/>
            <a:ext cx="1613186" cy="1320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14216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71D2B-DDFB-E4E6-EDC7-532D13E59EB9}"/>
              </a:ext>
            </a:extLst>
          </p:cNvPr>
          <p:cNvSpPr>
            <a:spLocks noGrp="1"/>
          </p:cNvSpPr>
          <p:nvPr>
            <p:ph type="ctrTitle"/>
          </p:nvPr>
        </p:nvSpPr>
        <p:spPr/>
        <p:txBody>
          <a:bodyPr>
            <a:normAutofit fontScale="90000"/>
          </a:bodyPr>
          <a:lstStyle/>
          <a:p>
            <a:r>
              <a:rPr lang="en-IN" dirty="0">
                <a:solidFill>
                  <a:srgbClr val="FF0000"/>
                </a:solidFill>
                <a:latin typeface="Rockwell" panose="02060603020205020403" pitchFamily="18" charset="0"/>
              </a:rPr>
              <a:t>Distributed Denial of Service Attack Detection &amp; Mitigation</a:t>
            </a:r>
          </a:p>
        </p:txBody>
      </p:sp>
      <p:sp>
        <p:nvSpPr>
          <p:cNvPr id="3" name="Subtitle 2">
            <a:extLst>
              <a:ext uri="{FF2B5EF4-FFF2-40B4-BE49-F238E27FC236}">
                <a16:creationId xmlns:a16="http://schemas.microsoft.com/office/drawing/2014/main" id="{5F317488-81E6-33D7-D8C9-0F119863B4F5}"/>
              </a:ext>
            </a:extLst>
          </p:cNvPr>
          <p:cNvSpPr>
            <a:spLocks noGrp="1"/>
          </p:cNvSpPr>
          <p:nvPr>
            <p:ph type="subTitle" idx="1"/>
          </p:nvPr>
        </p:nvSpPr>
        <p:spPr/>
        <p:txBody>
          <a:bodyPr/>
          <a:lstStyle/>
          <a:p>
            <a:r>
              <a:rPr lang="en-US" dirty="0">
                <a:solidFill>
                  <a:srgbClr val="FF0000"/>
                </a:solidFill>
                <a:latin typeface="Rockwell" panose="02060603020205020403" pitchFamily="18" charset="0"/>
              </a:rPr>
              <a:t>Using Machine Learning &amp; Deep Learning in Internet of Things</a:t>
            </a:r>
            <a:endParaRPr lang="en-IN" dirty="0">
              <a:solidFill>
                <a:srgbClr val="FF0000"/>
              </a:solidFill>
              <a:latin typeface="Rockwell" panose="02060603020205020403" pitchFamily="18" charset="0"/>
            </a:endParaRPr>
          </a:p>
        </p:txBody>
      </p:sp>
    </p:spTree>
    <p:extLst>
      <p:ext uri="{BB962C8B-B14F-4D97-AF65-F5344CB8AC3E}">
        <p14:creationId xmlns:p14="http://schemas.microsoft.com/office/powerpoint/2010/main" val="1696474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2A66E-41D6-71D9-9D28-F34C747FCB0D}"/>
              </a:ext>
            </a:extLst>
          </p:cNvPr>
          <p:cNvSpPr>
            <a:spLocks noGrp="1"/>
          </p:cNvSpPr>
          <p:nvPr>
            <p:ph type="title"/>
          </p:nvPr>
        </p:nvSpPr>
        <p:spPr/>
        <p:txBody>
          <a:bodyPr/>
          <a:lstStyle/>
          <a:p>
            <a:r>
              <a:rPr lang="en-IN" dirty="0">
                <a:latin typeface="Rockwell" panose="02060603020205020403" pitchFamily="18" charset="0"/>
              </a:rPr>
              <a:t>Abstract</a:t>
            </a:r>
            <a:endParaRPr lang="en-IN" b="1" dirty="0">
              <a:latin typeface="Rockwell" panose="02060603020205020403" pitchFamily="18" charset="0"/>
            </a:endParaRPr>
          </a:p>
        </p:txBody>
      </p:sp>
      <p:sp>
        <p:nvSpPr>
          <p:cNvPr id="3" name="Content Placeholder 2">
            <a:extLst>
              <a:ext uri="{FF2B5EF4-FFF2-40B4-BE49-F238E27FC236}">
                <a16:creationId xmlns:a16="http://schemas.microsoft.com/office/drawing/2014/main" id="{A025CEE4-0B23-FE8C-BF50-07DC1D34AD7C}"/>
              </a:ext>
            </a:extLst>
          </p:cNvPr>
          <p:cNvSpPr>
            <a:spLocks noGrp="1"/>
          </p:cNvSpPr>
          <p:nvPr>
            <p:ph idx="1"/>
          </p:nvPr>
        </p:nvSpPr>
        <p:spPr/>
        <p:txBody>
          <a:bodyPr>
            <a:normAutofit fontScale="92500" lnSpcReduction="10000"/>
          </a:bodyPr>
          <a:lstStyle/>
          <a:p>
            <a:pPr marL="0" indent="0" algn="just">
              <a:lnSpc>
                <a:spcPct val="150000"/>
              </a:lnSpc>
              <a:buNone/>
            </a:pPr>
            <a:r>
              <a:rPr lang="en-US" sz="2400" dirty="0">
                <a:latin typeface="Rockwell" panose="02060603020205020403" pitchFamily="18" charset="0"/>
              </a:rPr>
              <a:t>This system detects and mitigates DDoS attacks in IoT environments using Machine Learning (ML) and Deep Learning (DL) techniques. It employs lightweight models such as XGBoost and Convolutional Neural Networks (CNN) to ensure efficient performance. The model achieves over 95% accuracy using the IoT23 dataset. It supports real-time detection through a Flask-based web application and can automatically block attacker IP addresses via a firewall. The system is evaluated using key performance metrics including accuracy, precision, recall, and F-score, and it provides an efficient and scalable solution for enhancing IoT security.</a:t>
            </a:r>
            <a:endParaRPr lang="en-IN" sz="2400" dirty="0">
              <a:solidFill>
                <a:schemeClr val="accent2">
                  <a:lumMod val="60000"/>
                  <a:lumOff val="40000"/>
                </a:schemeClr>
              </a:solidFill>
              <a:latin typeface="Rockwell" panose="02060603020205020403" pitchFamily="18" charset="0"/>
            </a:endParaRPr>
          </a:p>
        </p:txBody>
      </p:sp>
    </p:spTree>
    <p:extLst>
      <p:ext uri="{BB962C8B-B14F-4D97-AF65-F5344CB8AC3E}">
        <p14:creationId xmlns:p14="http://schemas.microsoft.com/office/powerpoint/2010/main" val="570121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DFEA1-F9D8-DA13-0153-46D4A78C749D}"/>
              </a:ext>
            </a:extLst>
          </p:cNvPr>
          <p:cNvSpPr>
            <a:spLocks noGrp="1"/>
          </p:cNvSpPr>
          <p:nvPr>
            <p:ph type="title"/>
          </p:nvPr>
        </p:nvSpPr>
        <p:spPr/>
        <p:txBody>
          <a:bodyPr>
            <a:normAutofit fontScale="90000"/>
          </a:bodyPr>
          <a:lstStyle/>
          <a:p>
            <a:r>
              <a:rPr lang="en-IN" dirty="0">
                <a:solidFill>
                  <a:schemeClr val="accent2">
                    <a:lumMod val="60000"/>
                    <a:lumOff val="40000"/>
                  </a:schemeClr>
                </a:solidFill>
                <a:latin typeface="Rockwell" panose="02060603020205020403" pitchFamily="18" charset="0"/>
              </a:rPr>
              <a:t> </a:t>
            </a:r>
            <a:br>
              <a:rPr lang="en-IN" dirty="0">
                <a:solidFill>
                  <a:schemeClr val="accent2">
                    <a:lumMod val="60000"/>
                    <a:lumOff val="40000"/>
                  </a:schemeClr>
                </a:solidFill>
                <a:latin typeface="Rockwell" panose="02060603020205020403" pitchFamily="18" charset="0"/>
              </a:rPr>
            </a:br>
            <a:r>
              <a:rPr lang="en-IN" dirty="0">
                <a:latin typeface="Rockwell" panose="02060603020205020403" pitchFamily="18" charset="0"/>
              </a:rPr>
              <a:t>Introduction</a:t>
            </a:r>
            <a:br>
              <a:rPr lang="en-IN" dirty="0">
                <a:solidFill>
                  <a:schemeClr val="accent2">
                    <a:lumMod val="60000"/>
                    <a:lumOff val="40000"/>
                  </a:schemeClr>
                </a:solidFill>
                <a:latin typeface="Rockwell" panose="02060603020205020403" pitchFamily="18" charset="0"/>
              </a:rPr>
            </a:br>
            <a:endParaRPr lang="en-IN" dirty="0">
              <a:solidFill>
                <a:schemeClr val="accent2">
                  <a:lumMod val="60000"/>
                  <a:lumOff val="40000"/>
                </a:schemeClr>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0AA5DB7A-38E7-DEA9-7A77-56CFDDD9BF01}"/>
              </a:ext>
            </a:extLst>
          </p:cNvPr>
          <p:cNvSpPr>
            <a:spLocks noGrp="1"/>
          </p:cNvSpPr>
          <p:nvPr>
            <p:ph idx="1"/>
          </p:nvPr>
        </p:nvSpPr>
        <p:spPr>
          <a:xfrm>
            <a:off x="838200" y="1937385"/>
            <a:ext cx="10515600" cy="4351338"/>
          </a:xfrm>
        </p:spPr>
        <p:txBody>
          <a:bodyPr/>
          <a:lstStyle/>
          <a:p>
            <a:pPr marL="0" indent="0" algn="just">
              <a:lnSpc>
                <a:spcPct val="150000"/>
              </a:lnSpc>
              <a:buNone/>
            </a:pPr>
            <a:r>
              <a:rPr lang="en-US" dirty="0">
                <a:latin typeface="Rockwell" panose="02060603020205020403" pitchFamily="18" charset="0"/>
              </a:rPr>
              <a:t>The rapid growth of IoT devices has improved many applications but also increased security risks. Due to limited resources, these devices are vulnerable to DDoS attacks, which disrupt services by flooding networks. Traditional methods fail to detect modern attacks, creating a need for intelligent and real-time detection and mitigation solutions.</a:t>
            </a:r>
            <a:endParaRPr lang="en-IN" dirty="0">
              <a:latin typeface="Rockwell" panose="02060603020205020403" pitchFamily="18" charset="0"/>
            </a:endParaRPr>
          </a:p>
        </p:txBody>
      </p:sp>
    </p:spTree>
    <p:extLst>
      <p:ext uri="{BB962C8B-B14F-4D97-AF65-F5344CB8AC3E}">
        <p14:creationId xmlns:p14="http://schemas.microsoft.com/office/powerpoint/2010/main" val="1493345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455A0-68E0-34DE-E498-7732BF4C531C}"/>
              </a:ext>
            </a:extLst>
          </p:cNvPr>
          <p:cNvSpPr>
            <a:spLocks noGrp="1"/>
          </p:cNvSpPr>
          <p:nvPr>
            <p:ph type="title"/>
          </p:nvPr>
        </p:nvSpPr>
        <p:spPr/>
        <p:txBody>
          <a:bodyPr/>
          <a:lstStyle/>
          <a:p>
            <a:r>
              <a:rPr lang="en-IN" dirty="0">
                <a:latin typeface="Rockwell" panose="02060603020205020403" pitchFamily="18" charset="0"/>
              </a:rPr>
              <a:t>Existing System </a:t>
            </a:r>
            <a:endParaRPr lang="en-IN" b="1" dirty="0">
              <a:latin typeface="Rockwell" panose="02060603020205020403" pitchFamily="18" charset="0"/>
            </a:endParaRPr>
          </a:p>
        </p:txBody>
      </p:sp>
      <p:sp>
        <p:nvSpPr>
          <p:cNvPr id="3" name="Content Placeholder 2">
            <a:extLst>
              <a:ext uri="{FF2B5EF4-FFF2-40B4-BE49-F238E27FC236}">
                <a16:creationId xmlns:a16="http://schemas.microsoft.com/office/drawing/2014/main" id="{A07BC243-F275-D54A-5695-612E5E0E8020}"/>
              </a:ext>
            </a:extLst>
          </p:cNvPr>
          <p:cNvSpPr>
            <a:spLocks noGrp="1"/>
          </p:cNvSpPr>
          <p:nvPr>
            <p:ph idx="1"/>
          </p:nvPr>
        </p:nvSpPr>
        <p:spPr>
          <a:xfrm>
            <a:off x="838200" y="1524000"/>
            <a:ext cx="10515600" cy="4652963"/>
          </a:xfrm>
        </p:spPr>
        <p:txBody>
          <a:bodyPr>
            <a:normAutofit fontScale="55000" lnSpcReduction="20000"/>
          </a:bodyPr>
          <a:lstStyle/>
          <a:p>
            <a:pPr marL="0" indent="0" algn="just">
              <a:lnSpc>
                <a:spcPct val="150000"/>
              </a:lnSpc>
              <a:buNone/>
            </a:pPr>
            <a:r>
              <a:rPr lang="en-US" sz="3800" dirty="0">
                <a:latin typeface="Rockwell" panose="02060603020205020403" pitchFamily="18" charset="0"/>
              </a:rPr>
              <a:t>Existing IoT security systems use </a:t>
            </a:r>
            <a:r>
              <a:rPr lang="en-US" sz="3800" b="1" dirty="0">
                <a:latin typeface="Rockwell" panose="02060603020205020403" pitchFamily="18" charset="0"/>
              </a:rPr>
              <a:t>antivirus, rule-based, and basic ML methods</a:t>
            </a:r>
            <a:r>
              <a:rPr lang="en-US" sz="3800" dirty="0">
                <a:latin typeface="Rockwell" panose="02060603020205020403" pitchFamily="18" charset="0"/>
              </a:rPr>
              <a:t> to detect DDoS attacks. These approaches are not suitable for IoT due to </a:t>
            </a:r>
            <a:r>
              <a:rPr lang="en-US" sz="3800" b="1" dirty="0">
                <a:latin typeface="Rockwell" panose="02060603020205020403" pitchFamily="18" charset="0"/>
              </a:rPr>
              <a:t>limited resources and evolving attack patterns</a:t>
            </a:r>
            <a:r>
              <a:rPr lang="en-US" sz="3800" dirty="0">
                <a:latin typeface="Rockwell" panose="02060603020205020403" pitchFamily="18" charset="0"/>
              </a:rPr>
              <a:t>.</a:t>
            </a:r>
          </a:p>
          <a:p>
            <a:pPr marL="0" indent="0">
              <a:lnSpc>
                <a:spcPct val="150000"/>
              </a:lnSpc>
              <a:buNone/>
            </a:pPr>
            <a:r>
              <a:rPr lang="en-US" sz="3800" b="1" dirty="0">
                <a:latin typeface="Rockwell" panose="02060603020205020403" pitchFamily="18" charset="0"/>
              </a:rPr>
              <a:t>Drawbacks:</a:t>
            </a:r>
            <a:endParaRPr lang="en-US" sz="3800" dirty="0">
              <a:latin typeface="Rockwell" panose="02060603020205020403" pitchFamily="18" charset="0"/>
            </a:endParaRPr>
          </a:p>
          <a:p>
            <a:pPr>
              <a:lnSpc>
                <a:spcPct val="150000"/>
              </a:lnSpc>
            </a:pPr>
            <a:r>
              <a:rPr lang="en-US" sz="3800" dirty="0">
                <a:latin typeface="Rockwell" panose="02060603020205020403" pitchFamily="18" charset="0"/>
              </a:rPr>
              <a:t>Cannot detect </a:t>
            </a:r>
            <a:r>
              <a:rPr lang="en-US" sz="3800" b="1" dirty="0">
                <a:latin typeface="Rockwell" panose="02060603020205020403" pitchFamily="18" charset="0"/>
              </a:rPr>
              <a:t>unknown/zero-day attacks</a:t>
            </a:r>
            <a:endParaRPr lang="en-US" sz="3800" dirty="0">
              <a:latin typeface="Rockwell" panose="02060603020205020403" pitchFamily="18" charset="0"/>
            </a:endParaRPr>
          </a:p>
          <a:p>
            <a:pPr>
              <a:lnSpc>
                <a:spcPct val="150000"/>
              </a:lnSpc>
            </a:pPr>
            <a:r>
              <a:rPr lang="en-US" sz="3800" b="1" dirty="0">
                <a:latin typeface="Rockwell" panose="02060603020205020403" pitchFamily="18" charset="0"/>
              </a:rPr>
              <a:t>High false positives</a:t>
            </a:r>
            <a:endParaRPr lang="en-US" sz="3800" dirty="0">
              <a:latin typeface="Rockwell" panose="02060603020205020403" pitchFamily="18" charset="0"/>
            </a:endParaRPr>
          </a:p>
          <a:p>
            <a:pPr>
              <a:lnSpc>
                <a:spcPct val="150000"/>
              </a:lnSpc>
            </a:pPr>
            <a:r>
              <a:rPr lang="en-US" sz="3800" dirty="0">
                <a:latin typeface="Rockwell" panose="02060603020205020403" pitchFamily="18" charset="0"/>
              </a:rPr>
              <a:t>Requires </a:t>
            </a:r>
            <a:r>
              <a:rPr lang="en-US" sz="3800" b="1" dirty="0">
                <a:latin typeface="Rockwell" panose="02060603020205020403" pitchFamily="18" charset="0"/>
              </a:rPr>
              <a:t>high computational resources</a:t>
            </a:r>
            <a:endParaRPr lang="en-US" sz="3800" dirty="0">
              <a:latin typeface="Rockwell" panose="02060603020205020403" pitchFamily="18" charset="0"/>
            </a:endParaRPr>
          </a:p>
          <a:p>
            <a:pPr>
              <a:lnSpc>
                <a:spcPct val="150000"/>
              </a:lnSpc>
            </a:pPr>
            <a:r>
              <a:rPr lang="en-US" sz="3800" b="1" dirty="0">
                <a:latin typeface="Rockwell" panose="02060603020205020403" pitchFamily="18" charset="0"/>
              </a:rPr>
              <a:t>Slow response</a:t>
            </a:r>
            <a:r>
              <a:rPr lang="en-US" sz="3800" dirty="0">
                <a:latin typeface="Rockwell" panose="02060603020205020403" pitchFamily="18" charset="0"/>
              </a:rPr>
              <a:t> due to cloud dependency</a:t>
            </a:r>
          </a:p>
          <a:p>
            <a:pPr>
              <a:lnSpc>
                <a:spcPct val="150000"/>
              </a:lnSpc>
            </a:pPr>
            <a:r>
              <a:rPr lang="en-US" sz="3800" dirty="0">
                <a:latin typeface="Rockwell" panose="02060603020205020403" pitchFamily="18" charset="0"/>
              </a:rPr>
              <a:t>Poor </a:t>
            </a:r>
            <a:r>
              <a:rPr lang="en-US" sz="3800" b="1" dirty="0">
                <a:latin typeface="Rockwell" panose="02060603020205020403" pitchFamily="18" charset="0"/>
              </a:rPr>
              <a:t>scalability</a:t>
            </a:r>
            <a:r>
              <a:rPr lang="en-US" sz="3800" dirty="0">
                <a:latin typeface="Rockwell" panose="02060603020205020403" pitchFamily="18" charset="0"/>
              </a:rPr>
              <a:t> in large IoT networks</a:t>
            </a:r>
          </a:p>
          <a:p>
            <a:pPr marL="0" indent="0">
              <a:buNone/>
            </a:pPr>
            <a:endParaRPr lang="en-IN" dirty="0"/>
          </a:p>
        </p:txBody>
      </p:sp>
    </p:spTree>
    <p:extLst>
      <p:ext uri="{BB962C8B-B14F-4D97-AF65-F5344CB8AC3E}">
        <p14:creationId xmlns:p14="http://schemas.microsoft.com/office/powerpoint/2010/main" val="835260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7A28D-8DAA-756C-C966-42178207A838}"/>
              </a:ext>
            </a:extLst>
          </p:cNvPr>
          <p:cNvSpPr>
            <a:spLocks noGrp="1"/>
          </p:cNvSpPr>
          <p:nvPr>
            <p:ph type="title"/>
          </p:nvPr>
        </p:nvSpPr>
        <p:spPr/>
        <p:txBody>
          <a:bodyPr/>
          <a:lstStyle/>
          <a:p>
            <a:r>
              <a:rPr lang="en-IN" dirty="0">
                <a:latin typeface="Rockwell" panose="02060603020205020403" pitchFamily="18" charset="0"/>
              </a:rPr>
              <a:t>Proposed System </a:t>
            </a:r>
          </a:p>
        </p:txBody>
      </p:sp>
      <p:sp>
        <p:nvSpPr>
          <p:cNvPr id="3" name="Content Placeholder 2">
            <a:extLst>
              <a:ext uri="{FF2B5EF4-FFF2-40B4-BE49-F238E27FC236}">
                <a16:creationId xmlns:a16="http://schemas.microsoft.com/office/drawing/2014/main" id="{1B3DDF3F-6194-5059-E3E5-F8DB7BDEB70A}"/>
              </a:ext>
            </a:extLst>
          </p:cNvPr>
          <p:cNvSpPr>
            <a:spLocks noGrp="1"/>
          </p:cNvSpPr>
          <p:nvPr>
            <p:ph idx="1"/>
          </p:nvPr>
        </p:nvSpPr>
        <p:spPr>
          <a:xfrm>
            <a:off x="838200" y="1432560"/>
            <a:ext cx="10515600" cy="4744403"/>
          </a:xfrm>
        </p:spPr>
        <p:txBody>
          <a:bodyPr>
            <a:normAutofit fontScale="25000" lnSpcReduction="20000"/>
          </a:bodyPr>
          <a:lstStyle/>
          <a:p>
            <a:pPr marL="0" indent="0" algn="just">
              <a:lnSpc>
                <a:spcPct val="170000"/>
              </a:lnSpc>
              <a:buNone/>
            </a:pPr>
            <a:r>
              <a:rPr lang="en-US" sz="7200" dirty="0">
                <a:solidFill>
                  <a:schemeClr val="accent2">
                    <a:lumMod val="60000"/>
                    <a:lumOff val="40000"/>
                  </a:schemeClr>
                </a:solidFill>
                <a:latin typeface="Rockwell" panose="02060603020205020403" pitchFamily="18" charset="0"/>
              </a:rPr>
              <a:t>    </a:t>
            </a:r>
            <a:r>
              <a:rPr lang="en-US" sz="7200" dirty="0">
                <a:latin typeface="Rockwell" panose="02060603020205020403" pitchFamily="18" charset="0"/>
              </a:rPr>
              <a:t>The proposed system uses </a:t>
            </a:r>
            <a:r>
              <a:rPr lang="en-US" sz="7200" b="1" dirty="0">
                <a:latin typeface="Rockwell" panose="02060603020205020403" pitchFamily="18" charset="0"/>
              </a:rPr>
              <a:t>Machine Learning (XGBoost) and Deep Learning (CNN)</a:t>
            </a:r>
            <a:r>
              <a:rPr lang="en-US" sz="7200" dirty="0">
                <a:latin typeface="Rockwell" panose="02060603020205020403" pitchFamily="18" charset="0"/>
              </a:rPr>
              <a:t> to detect DDoS attacks in IoT networks. It is trained on the </a:t>
            </a:r>
            <a:r>
              <a:rPr lang="en-US" sz="7200" b="1" dirty="0">
                <a:latin typeface="Rockwell" panose="02060603020205020403" pitchFamily="18" charset="0"/>
              </a:rPr>
              <a:t>IoT23 dataset</a:t>
            </a:r>
            <a:r>
              <a:rPr lang="en-US" sz="7200" dirty="0">
                <a:latin typeface="Rockwell" panose="02060603020205020403" pitchFamily="18" charset="0"/>
              </a:rPr>
              <a:t> and provides </a:t>
            </a:r>
            <a:r>
              <a:rPr lang="en-US" sz="7200" b="1" dirty="0">
                <a:latin typeface="Rockwell" panose="02060603020205020403" pitchFamily="18" charset="0"/>
              </a:rPr>
              <a:t>real-time detection using Flask</a:t>
            </a:r>
            <a:r>
              <a:rPr lang="en-US" sz="7200" dirty="0">
                <a:latin typeface="Rockwell" panose="02060603020205020403" pitchFamily="18" charset="0"/>
              </a:rPr>
              <a:t>, automatically blocking attacker IPs through firewall rules. The system achieves </a:t>
            </a:r>
            <a:r>
              <a:rPr lang="en-US" sz="7200" b="1" dirty="0">
                <a:latin typeface="Rockwell" panose="02060603020205020403" pitchFamily="18" charset="0"/>
              </a:rPr>
              <a:t>&gt;95% accuracy</a:t>
            </a:r>
            <a:r>
              <a:rPr lang="en-US" sz="7200" dirty="0">
                <a:latin typeface="Rockwell" panose="02060603020205020403" pitchFamily="18" charset="0"/>
              </a:rPr>
              <a:t> and is designed for </a:t>
            </a:r>
            <a:r>
              <a:rPr lang="en-US" sz="7200" b="1" dirty="0">
                <a:latin typeface="Rockwell" panose="02060603020205020403" pitchFamily="18" charset="0"/>
              </a:rPr>
              <a:t>resource-constrained IoT environments</a:t>
            </a:r>
            <a:r>
              <a:rPr lang="en-US" sz="7200" dirty="0">
                <a:latin typeface="Rockwell" panose="02060603020205020403" pitchFamily="18" charset="0"/>
              </a:rPr>
              <a:t>.</a:t>
            </a:r>
          </a:p>
          <a:p>
            <a:pPr marL="0" indent="0">
              <a:lnSpc>
                <a:spcPct val="120000"/>
              </a:lnSpc>
              <a:buNone/>
            </a:pPr>
            <a:r>
              <a:rPr lang="en-US" sz="7200" b="1" dirty="0">
                <a:latin typeface="Rockwell" panose="02060603020205020403" pitchFamily="18" charset="0"/>
              </a:rPr>
              <a:t>Advantages:</a:t>
            </a:r>
            <a:endParaRPr lang="en-US" sz="7200" dirty="0">
              <a:latin typeface="Rockwell" panose="02060603020205020403" pitchFamily="18" charset="0"/>
            </a:endParaRPr>
          </a:p>
          <a:p>
            <a:pPr>
              <a:lnSpc>
                <a:spcPct val="120000"/>
              </a:lnSpc>
            </a:pPr>
            <a:r>
              <a:rPr lang="en-US" sz="7200" b="1" dirty="0">
                <a:latin typeface="Rockwell" panose="02060603020205020403" pitchFamily="18" charset="0"/>
              </a:rPr>
              <a:t>High detection accuracy</a:t>
            </a:r>
            <a:r>
              <a:rPr lang="en-US" sz="7200" dirty="0">
                <a:latin typeface="Rockwell" panose="02060603020205020403" pitchFamily="18" charset="0"/>
              </a:rPr>
              <a:t> (&gt;95%)</a:t>
            </a:r>
          </a:p>
          <a:p>
            <a:pPr>
              <a:lnSpc>
                <a:spcPct val="120000"/>
              </a:lnSpc>
            </a:pPr>
            <a:r>
              <a:rPr lang="en-US" sz="7200" dirty="0">
                <a:latin typeface="Rockwell" panose="02060603020205020403" pitchFamily="18" charset="0"/>
              </a:rPr>
              <a:t>Detects both </a:t>
            </a:r>
            <a:r>
              <a:rPr lang="en-US" sz="7200" b="1" dirty="0">
                <a:latin typeface="Rockwell" panose="02060603020205020403" pitchFamily="18" charset="0"/>
              </a:rPr>
              <a:t>known &amp; unknown attacks</a:t>
            </a:r>
            <a:endParaRPr lang="en-US" sz="7200" dirty="0">
              <a:latin typeface="Rockwell" panose="02060603020205020403" pitchFamily="18" charset="0"/>
            </a:endParaRPr>
          </a:p>
          <a:p>
            <a:pPr>
              <a:lnSpc>
                <a:spcPct val="120000"/>
              </a:lnSpc>
            </a:pPr>
            <a:r>
              <a:rPr lang="en-US" sz="7200" b="1" dirty="0">
                <a:latin typeface="Rockwell" panose="02060603020205020403" pitchFamily="18" charset="0"/>
              </a:rPr>
              <a:t>Reduced false positives</a:t>
            </a:r>
            <a:endParaRPr lang="en-US" sz="7200" dirty="0">
              <a:latin typeface="Rockwell" panose="02060603020205020403" pitchFamily="18" charset="0"/>
            </a:endParaRPr>
          </a:p>
          <a:p>
            <a:pPr>
              <a:lnSpc>
                <a:spcPct val="120000"/>
              </a:lnSpc>
            </a:pPr>
            <a:r>
              <a:rPr lang="en-US" sz="7200" b="1" dirty="0">
                <a:latin typeface="Rockwell" panose="02060603020205020403" pitchFamily="18" charset="0"/>
              </a:rPr>
              <a:t>Real-time detection &amp; response</a:t>
            </a:r>
            <a:endParaRPr lang="en-US" sz="7200" dirty="0">
              <a:latin typeface="Rockwell" panose="02060603020205020403" pitchFamily="18" charset="0"/>
            </a:endParaRPr>
          </a:p>
          <a:p>
            <a:pPr>
              <a:lnSpc>
                <a:spcPct val="120000"/>
              </a:lnSpc>
            </a:pPr>
            <a:r>
              <a:rPr lang="en-US" sz="7200" b="1" dirty="0">
                <a:latin typeface="Rockwell" panose="02060603020205020403" pitchFamily="18" charset="0"/>
              </a:rPr>
              <a:t>Scalable</a:t>
            </a:r>
            <a:r>
              <a:rPr lang="en-US" sz="7200" dirty="0">
                <a:latin typeface="Rockwell" panose="02060603020205020403" pitchFamily="18" charset="0"/>
              </a:rPr>
              <a:t> for large IoT networks</a:t>
            </a:r>
          </a:p>
          <a:p>
            <a:pPr>
              <a:lnSpc>
                <a:spcPct val="120000"/>
              </a:lnSpc>
            </a:pPr>
            <a:r>
              <a:rPr lang="en-US" sz="7200" b="1" dirty="0">
                <a:latin typeface="Rockwell" panose="02060603020205020403" pitchFamily="18" charset="0"/>
              </a:rPr>
              <a:t>Efficient &amp; automatic mitigation</a:t>
            </a:r>
            <a:endParaRPr lang="en-US" sz="7200" dirty="0">
              <a:latin typeface="Rockwell" panose="02060603020205020403" pitchFamily="18" charset="0"/>
            </a:endParaRPr>
          </a:p>
          <a:p>
            <a:endParaRPr lang="en-IN" dirty="0"/>
          </a:p>
        </p:txBody>
      </p:sp>
    </p:spTree>
    <p:extLst>
      <p:ext uri="{BB962C8B-B14F-4D97-AF65-F5344CB8AC3E}">
        <p14:creationId xmlns:p14="http://schemas.microsoft.com/office/powerpoint/2010/main" val="3022764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F835A-3C34-F624-7DDE-5A2D6FE13BDE}"/>
              </a:ext>
            </a:extLst>
          </p:cNvPr>
          <p:cNvSpPr>
            <a:spLocks noGrp="1"/>
          </p:cNvSpPr>
          <p:nvPr>
            <p:ph type="title"/>
          </p:nvPr>
        </p:nvSpPr>
        <p:spPr/>
        <p:txBody>
          <a:bodyPr/>
          <a:lstStyle/>
          <a:p>
            <a:r>
              <a:rPr lang="en-IN" dirty="0">
                <a:latin typeface="Rockwell" panose="02060603020205020403" pitchFamily="18" charset="0"/>
              </a:rPr>
              <a:t>Algorithms &amp; Technologies Used</a:t>
            </a:r>
          </a:p>
        </p:txBody>
      </p:sp>
      <p:sp>
        <p:nvSpPr>
          <p:cNvPr id="3" name="Content Placeholder 2">
            <a:extLst>
              <a:ext uri="{FF2B5EF4-FFF2-40B4-BE49-F238E27FC236}">
                <a16:creationId xmlns:a16="http://schemas.microsoft.com/office/drawing/2014/main" id="{F4AF8015-3C47-D6BC-C0E5-E09B96C92AD7}"/>
              </a:ext>
            </a:extLst>
          </p:cNvPr>
          <p:cNvSpPr>
            <a:spLocks noGrp="1"/>
          </p:cNvSpPr>
          <p:nvPr>
            <p:ph idx="1"/>
          </p:nvPr>
        </p:nvSpPr>
        <p:spPr/>
        <p:txBody>
          <a:bodyPr>
            <a:normAutofit/>
          </a:bodyPr>
          <a:lstStyle/>
          <a:p>
            <a:pPr>
              <a:lnSpc>
                <a:spcPct val="110000"/>
              </a:lnSpc>
              <a:buFont typeface="Wingdings" panose="05000000000000000000" pitchFamily="2" charset="2"/>
              <a:buChar char="Ø"/>
            </a:pPr>
            <a:r>
              <a:rPr lang="en-IN" sz="2000" dirty="0">
                <a:latin typeface="Rockwell" panose="02060603020205020403" pitchFamily="18" charset="0"/>
              </a:rPr>
              <a:t>Algorithms</a:t>
            </a:r>
          </a:p>
          <a:p>
            <a:pPr marL="0" indent="0">
              <a:lnSpc>
                <a:spcPct val="110000"/>
              </a:lnSpc>
              <a:buNone/>
            </a:pPr>
            <a:r>
              <a:rPr lang="en-IN" sz="2000" dirty="0">
                <a:latin typeface="Rockwell" panose="02060603020205020403" pitchFamily="18" charset="0"/>
              </a:rPr>
              <a:t>      1.XGBoost (Machine Learning)</a:t>
            </a:r>
          </a:p>
          <a:p>
            <a:pPr marL="0" indent="0">
              <a:lnSpc>
                <a:spcPct val="110000"/>
              </a:lnSpc>
              <a:buNone/>
            </a:pPr>
            <a:r>
              <a:rPr lang="en-IN" sz="2000" dirty="0">
                <a:latin typeface="Rockwell" panose="02060603020205020403" pitchFamily="18" charset="0"/>
              </a:rPr>
              <a:t>            → Fast and accurate classification of DDoS attacks</a:t>
            </a:r>
          </a:p>
          <a:p>
            <a:pPr marL="0" indent="0">
              <a:lnSpc>
                <a:spcPct val="110000"/>
              </a:lnSpc>
              <a:buNone/>
            </a:pPr>
            <a:r>
              <a:rPr lang="en-IN" sz="2000" dirty="0">
                <a:latin typeface="Rockwell" panose="02060603020205020403" pitchFamily="18" charset="0"/>
              </a:rPr>
              <a:t>      2.CNN (Convolutional Neural Network - Deep Learning)</a:t>
            </a:r>
          </a:p>
          <a:p>
            <a:pPr marL="0" indent="0">
              <a:lnSpc>
                <a:spcPct val="110000"/>
              </a:lnSpc>
              <a:buNone/>
            </a:pPr>
            <a:r>
              <a:rPr lang="en-IN" sz="2000" dirty="0">
                <a:latin typeface="Rockwell" panose="02060603020205020403" pitchFamily="18" charset="0"/>
              </a:rPr>
              <a:t>           → Detects complex attack patterns</a:t>
            </a:r>
          </a:p>
          <a:p>
            <a:pPr>
              <a:lnSpc>
                <a:spcPct val="110000"/>
              </a:lnSpc>
              <a:buFont typeface="Wingdings" panose="05000000000000000000" pitchFamily="2" charset="2"/>
              <a:buChar char="Ø"/>
            </a:pPr>
            <a:r>
              <a:rPr lang="en-IN" sz="2000" dirty="0">
                <a:latin typeface="Rockwell" panose="02060603020205020403" pitchFamily="18" charset="0"/>
              </a:rPr>
              <a:t> Technologies &amp; Tools</a:t>
            </a:r>
          </a:p>
          <a:p>
            <a:pPr marL="0" indent="0">
              <a:lnSpc>
                <a:spcPct val="110000"/>
              </a:lnSpc>
              <a:buNone/>
            </a:pPr>
            <a:r>
              <a:rPr lang="en-IN" sz="2000" dirty="0">
                <a:latin typeface="Rockwell" panose="02060603020205020403" pitchFamily="18" charset="0"/>
              </a:rPr>
              <a:t>        Python →                           Main programming language</a:t>
            </a:r>
          </a:p>
          <a:p>
            <a:pPr marL="0" indent="0">
              <a:lnSpc>
                <a:spcPct val="110000"/>
              </a:lnSpc>
              <a:buNone/>
            </a:pPr>
            <a:r>
              <a:rPr lang="en-IN" sz="2000" dirty="0">
                <a:latin typeface="Rockwell" panose="02060603020205020403" pitchFamily="18" charset="0"/>
              </a:rPr>
              <a:t>        Jupyter Notebook →       Model training &amp; testing</a:t>
            </a:r>
          </a:p>
          <a:p>
            <a:pPr marL="0" indent="0">
              <a:lnSpc>
                <a:spcPct val="110000"/>
              </a:lnSpc>
              <a:buNone/>
            </a:pPr>
            <a:r>
              <a:rPr lang="en-IN" sz="2000" dirty="0">
                <a:latin typeface="Rockwell" panose="02060603020205020403" pitchFamily="18" charset="0"/>
              </a:rPr>
              <a:t>        Flask →                              Web application for real-time detection</a:t>
            </a:r>
          </a:p>
        </p:txBody>
      </p:sp>
    </p:spTree>
    <p:extLst>
      <p:ext uri="{BB962C8B-B14F-4D97-AF65-F5344CB8AC3E}">
        <p14:creationId xmlns:p14="http://schemas.microsoft.com/office/powerpoint/2010/main" val="186437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67E4E-F7B1-6D51-3185-E963D73E80B8}"/>
              </a:ext>
            </a:extLst>
          </p:cNvPr>
          <p:cNvSpPr>
            <a:spLocks noGrp="1"/>
          </p:cNvSpPr>
          <p:nvPr>
            <p:ph type="title"/>
          </p:nvPr>
        </p:nvSpPr>
        <p:spPr/>
        <p:txBody>
          <a:bodyPr/>
          <a:lstStyle/>
          <a:p>
            <a:r>
              <a:rPr lang="en-IN" dirty="0">
                <a:latin typeface="Rockwell" panose="02060603020205020403" pitchFamily="18" charset="0"/>
              </a:rPr>
              <a:t>System Architecture :</a:t>
            </a:r>
          </a:p>
        </p:txBody>
      </p:sp>
      <p:sp>
        <p:nvSpPr>
          <p:cNvPr id="3" name="Content Placeholder 2">
            <a:extLst>
              <a:ext uri="{FF2B5EF4-FFF2-40B4-BE49-F238E27FC236}">
                <a16:creationId xmlns:a16="http://schemas.microsoft.com/office/drawing/2014/main" id="{DD3E6057-C9DC-127E-8AE3-43A0FDB2084E}"/>
              </a:ext>
            </a:extLst>
          </p:cNvPr>
          <p:cNvSpPr>
            <a:spLocks noGrp="1"/>
          </p:cNvSpPr>
          <p:nvPr>
            <p:ph idx="1"/>
          </p:nvPr>
        </p:nvSpPr>
        <p:spPr/>
        <p:txBody>
          <a:bodyPr>
            <a:normAutofit fontScale="92500" lnSpcReduction="20000"/>
          </a:bodyPr>
          <a:lstStyle/>
          <a:p>
            <a:pPr>
              <a:lnSpc>
                <a:spcPct val="150000"/>
              </a:lnSpc>
            </a:pPr>
            <a:r>
              <a:rPr lang="en-US" dirty="0">
                <a:latin typeface="Rockwell" panose="02060603020205020403" pitchFamily="18" charset="0"/>
              </a:rPr>
              <a:t>Data Collection: Collects network traffic data from IoT devices.</a:t>
            </a:r>
          </a:p>
          <a:p>
            <a:pPr>
              <a:lnSpc>
                <a:spcPct val="150000"/>
              </a:lnSpc>
            </a:pPr>
            <a:r>
              <a:rPr lang="en-US" dirty="0">
                <a:latin typeface="Rockwell" panose="02060603020205020403" pitchFamily="18" charset="0"/>
              </a:rPr>
              <a:t>Preprocessing: Cleans and converts data into suitable format for analysis.</a:t>
            </a:r>
          </a:p>
          <a:p>
            <a:pPr>
              <a:lnSpc>
                <a:spcPct val="150000"/>
              </a:lnSpc>
            </a:pPr>
            <a:r>
              <a:rPr lang="en-US" dirty="0">
                <a:latin typeface="Rockwell" panose="02060603020205020403" pitchFamily="18" charset="0"/>
              </a:rPr>
              <a:t>Model Training: Trains ML/DL models to learn attack patterns.</a:t>
            </a:r>
          </a:p>
          <a:p>
            <a:pPr>
              <a:lnSpc>
                <a:spcPct val="150000"/>
              </a:lnSpc>
            </a:pPr>
            <a:r>
              <a:rPr lang="en-US" dirty="0">
                <a:latin typeface="Rockwell" panose="02060603020205020403" pitchFamily="18" charset="0"/>
              </a:rPr>
              <a:t>Detection: Identifies whether incoming traffic is normal or malicious.</a:t>
            </a:r>
          </a:p>
          <a:p>
            <a:pPr>
              <a:lnSpc>
                <a:spcPct val="150000"/>
              </a:lnSpc>
            </a:pPr>
            <a:r>
              <a:rPr lang="en-US" dirty="0">
                <a:latin typeface="Rockwell" panose="02060603020205020403" pitchFamily="18" charset="0"/>
              </a:rPr>
              <a:t>Mitigation: Blocks attacker IP and prevents further attacks.</a:t>
            </a:r>
            <a:endParaRPr lang="en-IN" dirty="0">
              <a:latin typeface="Rockwell" panose="02060603020205020403" pitchFamily="18" charset="0"/>
            </a:endParaRPr>
          </a:p>
        </p:txBody>
      </p:sp>
    </p:spTree>
    <p:extLst>
      <p:ext uri="{BB962C8B-B14F-4D97-AF65-F5344CB8AC3E}">
        <p14:creationId xmlns:p14="http://schemas.microsoft.com/office/powerpoint/2010/main" val="3054877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254E8-21FC-3813-56E8-98BDD6F6C01B}"/>
              </a:ext>
            </a:extLst>
          </p:cNvPr>
          <p:cNvSpPr>
            <a:spLocks noGrp="1"/>
          </p:cNvSpPr>
          <p:nvPr>
            <p:ph type="title"/>
          </p:nvPr>
        </p:nvSpPr>
        <p:spPr>
          <a:xfrm>
            <a:off x="838200" y="365125"/>
            <a:ext cx="10515600" cy="864235"/>
          </a:xfrm>
        </p:spPr>
        <p:txBody>
          <a:bodyPr/>
          <a:lstStyle/>
          <a:p>
            <a:r>
              <a:rPr lang="en-IN" dirty="0">
                <a:latin typeface="Rockwell" panose="02060603020205020403" pitchFamily="18" charset="0"/>
              </a:rPr>
              <a:t>Model  Training</a:t>
            </a:r>
          </a:p>
        </p:txBody>
      </p:sp>
      <p:sp>
        <p:nvSpPr>
          <p:cNvPr id="5" name="Rectangle 2">
            <a:extLst>
              <a:ext uri="{FF2B5EF4-FFF2-40B4-BE49-F238E27FC236}">
                <a16:creationId xmlns:a16="http://schemas.microsoft.com/office/drawing/2014/main" id="{D20A688A-5E48-2CAF-6393-6131C2573DD1}"/>
              </a:ext>
            </a:extLst>
          </p:cNvPr>
          <p:cNvSpPr>
            <a:spLocks noGrp="1" noChangeArrowheads="1"/>
          </p:cNvSpPr>
          <p:nvPr>
            <p:ph idx="1"/>
          </p:nvPr>
        </p:nvSpPr>
        <p:spPr bwMode="auto">
          <a:xfrm>
            <a:off x="838200" y="1323638"/>
            <a:ext cx="1051560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1.</a:t>
            </a:r>
            <a:r>
              <a:rPr kumimoji="0" lang="en-US" altLang="en-US" sz="1800" b="1" i="0" u="none" strike="noStrike" cap="none" normalizeH="0" baseline="0" dirty="0">
                <a:ln>
                  <a:noFill/>
                </a:ln>
                <a:solidFill>
                  <a:schemeClr val="tx1"/>
                </a:solidFill>
                <a:effectLst/>
                <a:latin typeface="Rockwell" panose="02060603020205020403" pitchFamily="18" charset="0"/>
              </a:rPr>
              <a:t>Dataset (IoT23)</a:t>
            </a:r>
            <a:r>
              <a:rPr kumimoji="0" lang="en-US" altLang="en-US" sz="1800" b="0" i="0" u="none" strike="noStrike" cap="none" normalizeH="0" baseline="0" dirty="0">
                <a:ln>
                  <a:noFill/>
                </a:ln>
                <a:solidFill>
                  <a:schemeClr val="tx1"/>
                </a:solidFill>
                <a:effectLst/>
                <a:latin typeface="Rockwell" panose="02060603020205020403" pitchFamily="18" charset="0"/>
              </a:rPr>
              <a:t> </a:t>
            </a:r>
          </a:p>
          <a:p>
            <a:pPr marL="0" marR="0" lvl="0" indent="0" algn="l" defTabSz="914400" rtl="0" eaLnBrk="0" fontAlgn="base" latinLnBrk="0" hangingPunct="0">
              <a:lnSpc>
                <a:spcPct val="150000"/>
              </a:lnSpc>
              <a:spcBef>
                <a:spcPct val="0"/>
              </a:spcBef>
              <a:spcAft>
                <a:spcPct val="0"/>
              </a:spcAft>
              <a:buClrTx/>
              <a:buSzTx/>
              <a:buNone/>
              <a:tabLst/>
            </a:pPr>
            <a:r>
              <a:rPr lang="en-US" altLang="en-US" sz="1800" dirty="0">
                <a:latin typeface="Rockwell" panose="02060603020205020403" pitchFamily="18" charset="0"/>
              </a:rPr>
              <a:t>          </a:t>
            </a:r>
            <a:r>
              <a:rPr kumimoji="0" lang="en-US" altLang="en-US" sz="1800" b="0" i="0" u="none" strike="noStrike" cap="none" normalizeH="0" baseline="0" dirty="0">
                <a:ln>
                  <a:noFill/>
                </a:ln>
                <a:solidFill>
                  <a:schemeClr val="tx1"/>
                </a:solidFill>
                <a:effectLst/>
                <a:latin typeface="Rockwell" panose="02060603020205020403" pitchFamily="18" charset="0"/>
              </a:rPr>
              <a:t>Input data for training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Rockwell" panose="02060603020205020403" pitchFamily="18" charset="0"/>
              </a:rPr>
              <a:t>2.Data Preprocessing</a:t>
            </a:r>
            <a:r>
              <a:rPr kumimoji="0" lang="en-US" altLang="en-US" sz="1800" b="0" i="0" u="none" strike="noStrike" cap="none" normalizeH="0" baseline="0" dirty="0">
                <a:ln>
                  <a:noFill/>
                </a:ln>
                <a:solidFill>
                  <a:schemeClr val="tx1"/>
                </a:solidFill>
                <a:effectLst/>
                <a:latin typeface="Rockwell" panose="02060603020205020403" pitchFamily="18" charset="0"/>
              </a:rPr>
              <a:t>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Rockwell" panose="02060603020205020403" pitchFamily="18" charset="0"/>
              </a:rPr>
              <a:t>          Convert: </a:t>
            </a:r>
          </a:p>
          <a:p>
            <a:pPr marL="457200" marR="0" lvl="1"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Rockwell" panose="02060603020205020403" pitchFamily="18" charset="0"/>
              </a:rPr>
              <a:t>               Non-numeric → Numeric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Rockwell" panose="02060603020205020403" pitchFamily="18" charset="0"/>
              </a:rPr>
              <a:t>          Clean data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Rockwell" panose="02060603020205020403" pitchFamily="18" charset="0"/>
              </a:rPr>
              <a:t>           Split features: </a:t>
            </a:r>
          </a:p>
          <a:p>
            <a:pPr marL="457200" marR="0" lvl="1" indent="0" algn="l" defTabSz="914400" rtl="0" eaLnBrk="0" fontAlgn="base" latinLnBrk="0" hangingPunct="0">
              <a:lnSpc>
                <a:spcPct val="150000"/>
              </a:lnSpc>
              <a:spcBef>
                <a:spcPct val="0"/>
              </a:spcBef>
              <a:spcAft>
                <a:spcPct val="0"/>
              </a:spcAft>
              <a:buClrTx/>
              <a:buSzTx/>
              <a:buNone/>
              <a:tabLst/>
            </a:pPr>
            <a:r>
              <a:rPr lang="en-US" altLang="en-US" sz="1800" b="1" dirty="0">
                <a:latin typeface="Rockwell" panose="02060603020205020403" pitchFamily="18" charset="0"/>
              </a:rPr>
              <a:t>                        </a:t>
            </a:r>
            <a:r>
              <a:rPr kumimoji="0" lang="en-US" altLang="en-US" sz="1800" b="1" i="0" u="none" strike="noStrike" cap="none" normalizeH="0" baseline="0" dirty="0">
                <a:ln>
                  <a:noFill/>
                </a:ln>
                <a:solidFill>
                  <a:schemeClr val="tx1"/>
                </a:solidFill>
                <a:effectLst/>
                <a:latin typeface="Rockwell" panose="02060603020205020403" pitchFamily="18" charset="0"/>
              </a:rPr>
              <a:t>X (input features)</a:t>
            </a:r>
            <a:r>
              <a:rPr kumimoji="0" lang="en-US" altLang="en-US" sz="1800" b="0" i="0" u="none" strike="noStrike" cap="none" normalizeH="0" baseline="0" dirty="0">
                <a:ln>
                  <a:noFill/>
                </a:ln>
                <a:solidFill>
                  <a:schemeClr val="tx1"/>
                </a:solidFill>
                <a:effectLst/>
                <a:latin typeface="Rockwell" panose="02060603020205020403" pitchFamily="18" charset="0"/>
              </a:rPr>
              <a:t> </a:t>
            </a:r>
          </a:p>
          <a:p>
            <a:pPr marL="457200" marR="0" lvl="1" indent="0" algn="l"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Rockwell" panose="02060603020205020403" pitchFamily="18" charset="0"/>
              </a:rPr>
              <a:t>                        Y (target labels)</a:t>
            </a:r>
            <a:r>
              <a:rPr kumimoji="0" lang="en-US" altLang="en-US" sz="1800" b="0" i="0" u="none" strike="noStrike" cap="none" normalizeH="0" baseline="0" dirty="0">
                <a:ln>
                  <a:noFill/>
                </a:ln>
                <a:solidFill>
                  <a:schemeClr val="tx1"/>
                </a:solidFill>
                <a:effectLst/>
                <a:latin typeface="Rockwell" panose="02060603020205020403" pitchFamily="18" charset="0"/>
              </a:rPr>
              <a:t>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Rockwell" panose="02060603020205020403" pitchFamily="18" charset="0"/>
              </a:rPr>
              <a:t>3.Train-Test Split</a:t>
            </a:r>
            <a:r>
              <a:rPr kumimoji="0" lang="en-US" altLang="en-US" sz="1800" b="0" i="0" u="none" strike="noStrike" cap="none" normalizeH="0" baseline="0" dirty="0">
                <a:ln>
                  <a:noFill/>
                </a:ln>
                <a:solidFill>
                  <a:schemeClr val="tx1"/>
                </a:solidFill>
                <a:effectLst/>
                <a:latin typeface="Rockwell" panose="02060603020205020403" pitchFamily="18" charset="0"/>
              </a:rPr>
              <a:t>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Rockwell" panose="02060603020205020403" pitchFamily="18" charset="0"/>
              </a:rPr>
              <a:t>                  80% → Training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Rockwell" panose="02060603020205020403" pitchFamily="18" charset="0"/>
              </a:rPr>
              <a:t>                  20% → Testing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85468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9B6D339C-65E3-F741-6B29-3C538EDF7610}"/>
              </a:ext>
            </a:extLst>
          </p:cNvPr>
          <p:cNvSpPr>
            <a:spLocks noGrp="1" noChangeArrowheads="1"/>
          </p:cNvSpPr>
          <p:nvPr>
            <p:ph idx="1"/>
          </p:nvPr>
        </p:nvSpPr>
        <p:spPr bwMode="auto">
          <a:xfrm>
            <a:off x="751840" y="966240"/>
            <a:ext cx="1023112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Rockwell" panose="02060603020205020403" pitchFamily="18" charset="0"/>
              </a:rPr>
              <a:t> 4.Model Training</a:t>
            </a:r>
            <a:r>
              <a:rPr kumimoji="0" lang="en-US" altLang="en-US" sz="2400" b="0" i="0" u="none" strike="noStrike" cap="none" normalizeH="0" baseline="0" dirty="0">
                <a:ln>
                  <a:noFill/>
                </a:ln>
                <a:solidFill>
                  <a:schemeClr val="tx1"/>
                </a:solidFill>
                <a:effectLst/>
                <a:latin typeface="Rockwell" panose="02060603020205020403" pitchFamily="18"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Rockwell" panose="02060603020205020403" pitchFamily="18" charset="0"/>
              </a:rPr>
              <a:t>               ML Model → XGBoost (Existing) </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latin typeface="Rockwell" panose="02060603020205020403" pitchFamily="18" charset="0"/>
              </a:rPr>
              <a:t>               </a:t>
            </a:r>
            <a:r>
              <a:rPr kumimoji="0" lang="en-US" altLang="en-US" sz="2400" b="0" i="0" u="none" strike="noStrike" cap="none" normalizeH="0" baseline="0" dirty="0">
                <a:ln>
                  <a:noFill/>
                </a:ln>
                <a:solidFill>
                  <a:schemeClr val="tx1"/>
                </a:solidFill>
                <a:effectLst/>
                <a:latin typeface="Rockwell" panose="02060603020205020403" pitchFamily="18" charset="0"/>
              </a:rPr>
              <a:t>DL Model → CNN (Proposed)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Rockwell" panose="02060603020205020403" pitchFamily="18" charset="0"/>
              </a:rPr>
              <a:t>  5.Trained Model</a:t>
            </a:r>
            <a:r>
              <a:rPr kumimoji="0" lang="en-US" altLang="en-US" sz="2400" b="0" i="0" u="none" strike="noStrike" cap="none" normalizeH="0" baseline="0" dirty="0">
                <a:ln>
                  <a:noFill/>
                </a:ln>
                <a:solidFill>
                  <a:schemeClr val="tx1"/>
                </a:solidFill>
                <a:effectLst/>
                <a:latin typeface="Rockwell" panose="02060603020205020403" pitchFamily="18" charset="0"/>
              </a:rPr>
              <a:t> </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latin typeface="Rockwell" panose="02060603020205020403" pitchFamily="18" charset="0"/>
              </a:rPr>
              <a:t>               </a:t>
            </a:r>
            <a:r>
              <a:rPr kumimoji="0" lang="en-US" altLang="en-US" sz="2400" b="0" i="0" u="none" strike="noStrike" cap="none" normalizeH="0" baseline="0" dirty="0">
                <a:ln>
                  <a:noFill/>
                </a:ln>
                <a:solidFill>
                  <a:schemeClr val="tx1"/>
                </a:solidFill>
                <a:effectLst/>
                <a:latin typeface="Rockwell" panose="02060603020205020403" pitchFamily="18" charset="0"/>
              </a:rPr>
              <a:t>Both models are trained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Rockwell" panose="02060603020205020403" pitchFamily="18" charset="0"/>
              </a:rPr>
              <a:t> 6.Prediction</a:t>
            </a:r>
            <a:r>
              <a:rPr kumimoji="0" lang="en-US" altLang="en-US" sz="2400" b="0" i="0" u="none" strike="noStrike" cap="none" normalizeH="0" baseline="0" dirty="0">
                <a:ln>
                  <a:noFill/>
                </a:ln>
                <a:solidFill>
                  <a:schemeClr val="tx1"/>
                </a:solidFill>
                <a:effectLst/>
                <a:latin typeface="Rockwell" panose="02060603020205020403" pitchFamily="18"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Rockwell" panose="02060603020205020403" pitchFamily="18" charset="0"/>
              </a:rPr>
              <a:t>               Use test data (X_test)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Rockwell" panose="02060603020205020403" pitchFamily="18" charset="0"/>
              </a:rPr>
              <a:t>               Predict output (Y_test)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Rockwell" panose="02060603020205020403" pitchFamily="18" charset="0"/>
              </a:rPr>
              <a:t> 7.Performance Evaluation</a:t>
            </a:r>
            <a:r>
              <a:rPr kumimoji="0" lang="en-US" altLang="en-US" sz="2400" b="0" i="0" u="none" strike="noStrike" cap="none" normalizeH="0" baseline="0" dirty="0">
                <a:ln>
                  <a:noFill/>
                </a:ln>
                <a:solidFill>
                  <a:schemeClr val="tx1"/>
                </a:solidFill>
                <a:effectLst/>
                <a:latin typeface="Rockwell" panose="02060603020205020403" pitchFamily="18"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Rockwell" panose="02060603020205020403" pitchFamily="18" charset="0"/>
              </a:rPr>
              <a:t>              Metrics: </a:t>
            </a:r>
          </a:p>
          <a:p>
            <a:pPr marL="457200" marR="0" lvl="1"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Rockwell" panose="02060603020205020403" pitchFamily="18" charset="0"/>
              </a:rPr>
              <a:t>              Accuracy </a:t>
            </a:r>
          </a:p>
          <a:p>
            <a:pPr marL="457200" marR="0" lvl="1"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Rockwell" panose="02060603020205020403" pitchFamily="18" charset="0"/>
              </a:rPr>
              <a:t>              Precision </a:t>
            </a:r>
          </a:p>
          <a:p>
            <a:pPr marL="457200" marR="0" lvl="1"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Rockwell" panose="02060603020205020403" pitchFamily="18" charset="0"/>
              </a:rPr>
              <a:t>              Recall </a:t>
            </a:r>
          </a:p>
          <a:p>
            <a:pPr marL="457200" marR="0" lvl="1"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Rockwell" panose="02060603020205020403" pitchFamily="18" charset="0"/>
              </a:rPr>
              <a:t>              F1-score</a:t>
            </a:r>
          </a:p>
        </p:txBody>
      </p:sp>
      <p:pic>
        <p:nvPicPr>
          <p:cNvPr id="3" name="Picture 2">
            <a:extLst>
              <a:ext uri="{FF2B5EF4-FFF2-40B4-BE49-F238E27FC236}">
                <a16:creationId xmlns:a16="http://schemas.microsoft.com/office/drawing/2014/main" id="{9409F1AF-9C12-591D-9F07-5F494EA4B4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6314" y="4588625"/>
            <a:ext cx="5386646" cy="1756972"/>
          </a:xfrm>
          <a:prstGeom prst="rect">
            <a:avLst/>
          </a:prstGeom>
        </p:spPr>
      </p:pic>
    </p:spTree>
    <p:extLst>
      <p:ext uri="{BB962C8B-B14F-4D97-AF65-F5344CB8AC3E}">
        <p14:creationId xmlns:p14="http://schemas.microsoft.com/office/powerpoint/2010/main" val="2314293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4B8D95AD-CA0A-BC73-3E21-AB3DDD2089BA}"/>
              </a:ext>
            </a:extLst>
          </p:cNvPr>
          <p:cNvSpPr>
            <a:spLocks noGrp="1"/>
          </p:cNvSpPr>
          <p:nvPr>
            <p:ph type="subTitle" idx="1"/>
          </p:nvPr>
        </p:nvSpPr>
        <p:spPr>
          <a:xfrm>
            <a:off x="1524000" y="4775200"/>
            <a:ext cx="9144000" cy="1655762"/>
          </a:xfrm>
        </p:spPr>
        <p:txBody>
          <a:bodyPr/>
          <a:lstStyle/>
          <a:p>
            <a:pPr algn="just">
              <a:lnSpc>
                <a:spcPct val="100000"/>
              </a:lnSpc>
            </a:pPr>
            <a:r>
              <a:rPr lang="en-US" dirty="0">
                <a:latin typeface="Rockwell" panose="02060603020205020403" pitchFamily="18" charset="0"/>
              </a:rPr>
              <a:t>This shows the web interface of the DDoS detection system where users can upload test data. It is built using HTML/CSS and Flask. It provides an easy way to interact with the model.</a:t>
            </a:r>
            <a:endParaRPr lang="en-IN" dirty="0">
              <a:latin typeface="Rockwell" panose="02060603020205020403" pitchFamily="18" charset="0"/>
            </a:endParaRPr>
          </a:p>
        </p:txBody>
      </p:sp>
      <p:pic>
        <p:nvPicPr>
          <p:cNvPr id="5" name="Content Placeholder 4">
            <a:extLst>
              <a:ext uri="{FF2B5EF4-FFF2-40B4-BE49-F238E27FC236}">
                <a16:creationId xmlns:a16="http://schemas.microsoft.com/office/drawing/2014/main" id="{5243EA17-D048-CCD4-D87F-3097335CC3F9}"/>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1524000" y="427038"/>
            <a:ext cx="9488487" cy="4341812"/>
          </a:xfrm>
          <a:prstGeom prst="rect">
            <a:avLst/>
          </a:prstGeom>
        </p:spPr>
      </p:pic>
    </p:spTree>
    <p:extLst>
      <p:ext uri="{BB962C8B-B14F-4D97-AF65-F5344CB8AC3E}">
        <p14:creationId xmlns:p14="http://schemas.microsoft.com/office/powerpoint/2010/main" val="3040587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972D36B-0349-541D-F402-5F7BF9ADD192}"/>
              </a:ext>
            </a:extLst>
          </p:cNvPr>
          <p:cNvSpPr>
            <a:spLocks noGrp="1"/>
          </p:cNvSpPr>
          <p:nvPr>
            <p:ph type="title"/>
          </p:nvPr>
        </p:nvSpPr>
        <p:spPr>
          <a:xfrm>
            <a:off x="1264920" y="4821238"/>
            <a:ext cx="10515600" cy="1325563"/>
          </a:xfrm>
        </p:spPr>
        <p:txBody>
          <a:bodyPr>
            <a:normAutofit/>
          </a:bodyPr>
          <a:lstStyle/>
          <a:p>
            <a:pPr algn="ctr">
              <a:lnSpc>
                <a:spcPct val="100000"/>
              </a:lnSpc>
            </a:pPr>
            <a:r>
              <a:rPr lang="en-US" sz="2000" dirty="0">
                <a:latin typeface="Rockwell" panose="02060603020205020403" pitchFamily="18" charset="0"/>
              </a:rPr>
              <a:t>This shows the file upload process where the user selects a CSV dataset (like testData.csv). The selected file is given as input to the system for analysis.</a:t>
            </a:r>
            <a:endParaRPr lang="en-IN" sz="2000" dirty="0">
              <a:latin typeface="Rockwell" panose="02060603020205020403" pitchFamily="18" charset="0"/>
            </a:endParaRPr>
          </a:p>
        </p:txBody>
      </p:sp>
      <p:pic>
        <p:nvPicPr>
          <p:cNvPr id="5" name="Content Placeholder 4">
            <a:extLst>
              <a:ext uri="{FF2B5EF4-FFF2-40B4-BE49-F238E27FC236}">
                <a16:creationId xmlns:a16="http://schemas.microsoft.com/office/drawing/2014/main" id="{63466F45-72DB-3B7D-351D-04B2940100DB}"/>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1754187" y="250190"/>
            <a:ext cx="8683625" cy="4351338"/>
          </a:xfrm>
          <a:prstGeom prst="rect">
            <a:avLst/>
          </a:prstGeom>
        </p:spPr>
      </p:pic>
    </p:spTree>
    <p:extLst>
      <p:ext uri="{BB962C8B-B14F-4D97-AF65-F5344CB8AC3E}">
        <p14:creationId xmlns:p14="http://schemas.microsoft.com/office/powerpoint/2010/main" val="520690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A16B7E5-3789-2509-DE9D-CBB6F6BFE748}"/>
              </a:ext>
            </a:extLst>
          </p:cNvPr>
          <p:cNvSpPr>
            <a:spLocks noGrp="1"/>
          </p:cNvSpPr>
          <p:nvPr>
            <p:ph type="title"/>
          </p:nvPr>
        </p:nvSpPr>
        <p:spPr>
          <a:xfrm>
            <a:off x="1295400" y="4784725"/>
            <a:ext cx="10515600" cy="1325563"/>
          </a:xfrm>
        </p:spPr>
        <p:txBody>
          <a:bodyPr>
            <a:noAutofit/>
          </a:bodyPr>
          <a:lstStyle/>
          <a:p>
            <a:pPr algn="just">
              <a:lnSpc>
                <a:spcPct val="100000"/>
              </a:lnSpc>
            </a:pPr>
            <a:r>
              <a:rPr lang="en-US" sz="2000" dirty="0">
                <a:latin typeface="Rockwell" panose="02060603020205020403" pitchFamily="18" charset="0"/>
              </a:rPr>
              <a:t>This shows the output results where the system displays detection status (Benign/Attack) and mitigation status. If an attack is detected, the IP address is automatically blocked.</a:t>
            </a:r>
            <a:br>
              <a:rPr lang="en-US" sz="2000" dirty="0">
                <a:latin typeface="Rockwell" panose="02060603020205020403" pitchFamily="18" charset="0"/>
              </a:rPr>
            </a:br>
            <a:endParaRPr lang="en-IN" sz="2000" dirty="0">
              <a:latin typeface="Rockwell" panose="02060603020205020403" pitchFamily="18" charset="0"/>
            </a:endParaRPr>
          </a:p>
        </p:txBody>
      </p:sp>
      <p:pic>
        <p:nvPicPr>
          <p:cNvPr id="7" name="Content Placeholder 6">
            <a:extLst>
              <a:ext uri="{FF2B5EF4-FFF2-40B4-BE49-F238E27FC236}">
                <a16:creationId xmlns:a16="http://schemas.microsoft.com/office/drawing/2014/main" id="{07FF4582-884D-F87C-E001-B2A7210B260F}"/>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1712912" y="362268"/>
            <a:ext cx="8766175" cy="4351337"/>
          </a:xfrm>
          <a:prstGeom prst="rect">
            <a:avLst/>
          </a:prstGeom>
        </p:spPr>
      </p:pic>
    </p:spTree>
    <p:extLst>
      <p:ext uri="{BB962C8B-B14F-4D97-AF65-F5344CB8AC3E}">
        <p14:creationId xmlns:p14="http://schemas.microsoft.com/office/powerpoint/2010/main" val="1130979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0D410-88E5-2A8E-65DD-F3216B955AE4}"/>
              </a:ext>
            </a:extLst>
          </p:cNvPr>
          <p:cNvSpPr>
            <a:spLocks noGrp="1"/>
          </p:cNvSpPr>
          <p:nvPr>
            <p:ph type="title"/>
          </p:nvPr>
        </p:nvSpPr>
        <p:spPr>
          <a:xfrm>
            <a:off x="838200" y="152400"/>
            <a:ext cx="10515600" cy="924560"/>
          </a:xfrm>
        </p:spPr>
        <p:txBody>
          <a:bodyPr>
            <a:normAutofit/>
          </a:bodyPr>
          <a:lstStyle/>
          <a:p>
            <a:r>
              <a:rPr lang="en-US" b="1" dirty="0">
                <a:latin typeface="Rockwell" panose="02060603020205020403" pitchFamily="18" charset="0"/>
              </a:rPr>
              <a:t>SYSTEM REQUIREMENTS:</a:t>
            </a:r>
            <a:endParaRPr lang="en-IN" dirty="0">
              <a:latin typeface="Rockwell" panose="02060603020205020403" pitchFamily="18" charset="0"/>
            </a:endParaRPr>
          </a:p>
        </p:txBody>
      </p:sp>
      <p:sp>
        <p:nvSpPr>
          <p:cNvPr id="3" name="Content Placeholder 2">
            <a:extLst>
              <a:ext uri="{FF2B5EF4-FFF2-40B4-BE49-F238E27FC236}">
                <a16:creationId xmlns:a16="http://schemas.microsoft.com/office/drawing/2014/main" id="{544A01A6-8F2C-AEA2-F121-B07C734EDF42}"/>
              </a:ext>
            </a:extLst>
          </p:cNvPr>
          <p:cNvSpPr>
            <a:spLocks noGrp="1"/>
          </p:cNvSpPr>
          <p:nvPr>
            <p:ph idx="1"/>
          </p:nvPr>
        </p:nvSpPr>
        <p:spPr>
          <a:xfrm>
            <a:off x="838200" y="1168400"/>
            <a:ext cx="10515600" cy="5334000"/>
          </a:xfrm>
        </p:spPr>
        <p:txBody>
          <a:bodyPr>
            <a:normAutofit fontScale="62500" lnSpcReduction="20000"/>
          </a:bodyPr>
          <a:lstStyle/>
          <a:p>
            <a:pPr marL="0" indent="0">
              <a:buNone/>
            </a:pPr>
            <a:r>
              <a:rPr lang="en-US" b="1" dirty="0">
                <a:latin typeface="Rockwell" panose="02060603020205020403" pitchFamily="18" charset="0"/>
              </a:rPr>
              <a:t>HARDWARE REQUIREMENTS:</a:t>
            </a:r>
            <a:endParaRPr lang="en-IN" dirty="0">
              <a:latin typeface="Rockwell" panose="02060603020205020403" pitchFamily="18" charset="0"/>
            </a:endParaRPr>
          </a:p>
          <a:p>
            <a:r>
              <a:rPr lang="pt-BR" dirty="0">
                <a:latin typeface="Rockwell" panose="02060603020205020403" pitchFamily="18" charset="0"/>
              </a:rPr>
              <a:t>    Processor                   -   Intel core i3(Min)</a:t>
            </a:r>
          </a:p>
          <a:p>
            <a:r>
              <a:rPr lang="pt-BR" dirty="0">
                <a:latin typeface="Rockwell" panose="02060603020205020403" pitchFamily="18" charset="0"/>
              </a:rPr>
              <a:t>    RAM                            -    8 GB (min)</a:t>
            </a:r>
            <a:endParaRPr lang="en-IN" dirty="0">
              <a:latin typeface="Rockwell" panose="02060603020205020403" pitchFamily="18" charset="0"/>
            </a:endParaRPr>
          </a:p>
          <a:p>
            <a:r>
              <a:rPr lang="en-US" dirty="0">
                <a:latin typeface="Rockwell" panose="02060603020205020403" pitchFamily="18" charset="0"/>
              </a:rPr>
              <a:t>   Hard Disk                   -     500 GB</a:t>
            </a:r>
            <a:endParaRPr lang="en-IN" dirty="0">
              <a:latin typeface="Rockwell" panose="02060603020205020403" pitchFamily="18" charset="0"/>
            </a:endParaRPr>
          </a:p>
          <a:p>
            <a:r>
              <a:rPr lang="en-US" dirty="0">
                <a:latin typeface="Rockwell" panose="02060603020205020403" pitchFamily="18" charset="0"/>
              </a:rPr>
              <a:t>   Key Board                  -    Standard Windows Keyboard</a:t>
            </a:r>
            <a:endParaRPr lang="en-IN" dirty="0">
              <a:latin typeface="Rockwell" panose="02060603020205020403" pitchFamily="18" charset="0"/>
            </a:endParaRPr>
          </a:p>
          <a:p>
            <a:r>
              <a:rPr lang="en-US" dirty="0">
                <a:latin typeface="Rockwell" panose="02060603020205020403" pitchFamily="18" charset="0"/>
              </a:rPr>
              <a:t>   Mouse                         -    Two or Three Button Mouse</a:t>
            </a:r>
            <a:endParaRPr lang="en-IN" dirty="0">
              <a:latin typeface="Rockwell" panose="02060603020205020403" pitchFamily="18" charset="0"/>
            </a:endParaRPr>
          </a:p>
          <a:p>
            <a:r>
              <a:rPr lang="en-US" dirty="0">
                <a:latin typeface="Rockwell" panose="02060603020205020403" pitchFamily="18" charset="0"/>
              </a:rPr>
              <a:t>   Monitor                       -    SVGA</a:t>
            </a:r>
          </a:p>
          <a:p>
            <a:endParaRPr lang="en-IN" dirty="0">
              <a:latin typeface="Rockwell" panose="02060603020205020403" pitchFamily="18" charset="0"/>
            </a:endParaRPr>
          </a:p>
          <a:p>
            <a:pPr marL="0" indent="0">
              <a:buNone/>
            </a:pPr>
            <a:r>
              <a:rPr lang="en-US" b="1" dirty="0">
                <a:latin typeface="Rockwell" panose="02060603020205020403" pitchFamily="18" charset="0"/>
              </a:rPr>
              <a:t>SOFTWARE REQUIREMENTS:</a:t>
            </a:r>
          </a:p>
          <a:p>
            <a:pPr marL="0" indent="0">
              <a:buNone/>
            </a:pPr>
            <a:endParaRPr lang="en-IN" dirty="0">
              <a:latin typeface="Rockwell" panose="02060603020205020403" pitchFamily="18" charset="0"/>
            </a:endParaRPr>
          </a:p>
          <a:p>
            <a:pPr lvl="0"/>
            <a:r>
              <a:rPr lang="en-US" dirty="0">
                <a:latin typeface="Rockwell" panose="02060603020205020403" pitchFamily="18" charset="0"/>
              </a:rPr>
              <a:t>Operating system 	            :  Windows 7 Ultimate.</a:t>
            </a:r>
            <a:endParaRPr lang="en-IN" dirty="0">
              <a:latin typeface="Rockwell" panose="02060603020205020403" pitchFamily="18" charset="0"/>
            </a:endParaRPr>
          </a:p>
          <a:p>
            <a:pPr lvl="0"/>
            <a:r>
              <a:rPr lang="en-US" dirty="0">
                <a:latin typeface="Rockwell" panose="02060603020205020403" pitchFamily="18" charset="0"/>
              </a:rPr>
              <a:t>Coding Language		:   Python.</a:t>
            </a:r>
            <a:endParaRPr lang="en-IN" dirty="0">
              <a:latin typeface="Rockwell" panose="02060603020205020403" pitchFamily="18" charset="0"/>
            </a:endParaRPr>
          </a:p>
          <a:p>
            <a:pPr lvl="0"/>
            <a:r>
              <a:rPr lang="en-US" dirty="0">
                <a:latin typeface="Rockwell" panose="02060603020205020403" pitchFamily="18" charset="0"/>
              </a:rPr>
              <a:t>Front-End			:   Python.</a:t>
            </a:r>
            <a:endParaRPr lang="en-IN" dirty="0">
              <a:latin typeface="Rockwell" panose="02060603020205020403" pitchFamily="18" charset="0"/>
            </a:endParaRPr>
          </a:p>
          <a:p>
            <a:pPr lvl="0"/>
            <a:r>
              <a:rPr lang="en-US" dirty="0">
                <a:latin typeface="Rockwell" panose="02060603020205020403" pitchFamily="18" charset="0"/>
              </a:rPr>
              <a:t>Back-End			:   Django-ORM</a:t>
            </a:r>
            <a:endParaRPr lang="en-IN" dirty="0">
              <a:latin typeface="Rockwell" panose="02060603020205020403" pitchFamily="18" charset="0"/>
            </a:endParaRPr>
          </a:p>
          <a:p>
            <a:pPr lvl="0"/>
            <a:r>
              <a:rPr lang="en-US" dirty="0">
                <a:latin typeface="Rockwell" panose="02060603020205020403" pitchFamily="18" charset="0"/>
              </a:rPr>
              <a:t>Designing			:   Html, CSS, JavaScript.</a:t>
            </a:r>
            <a:endParaRPr lang="en-IN" dirty="0">
              <a:latin typeface="Rockwell" panose="02060603020205020403" pitchFamily="18" charset="0"/>
            </a:endParaRPr>
          </a:p>
          <a:p>
            <a:pPr lvl="0"/>
            <a:r>
              <a:rPr lang="en-US" dirty="0">
                <a:latin typeface="Rockwell" panose="02060603020205020403" pitchFamily="18" charset="0"/>
              </a:rPr>
              <a:t>Data Base			:   MySQL (WAMP Server).</a:t>
            </a:r>
            <a:endParaRPr lang="en-IN" dirty="0">
              <a:latin typeface="Rockwell" panose="02060603020205020403" pitchFamily="18" charset="0"/>
            </a:endParaRPr>
          </a:p>
          <a:p>
            <a:pPr marL="0" indent="0">
              <a:buNone/>
            </a:pPr>
            <a:endParaRPr lang="en-IN" dirty="0"/>
          </a:p>
        </p:txBody>
      </p:sp>
    </p:spTree>
    <p:extLst>
      <p:ext uri="{BB962C8B-B14F-4D97-AF65-F5344CB8AC3E}">
        <p14:creationId xmlns:p14="http://schemas.microsoft.com/office/powerpoint/2010/main" val="3326755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1167F-F894-331E-3438-01C7FCFCA1AF}"/>
              </a:ext>
            </a:extLst>
          </p:cNvPr>
          <p:cNvSpPr>
            <a:spLocks noGrp="1"/>
          </p:cNvSpPr>
          <p:nvPr>
            <p:ph type="title"/>
          </p:nvPr>
        </p:nvSpPr>
        <p:spPr/>
        <p:txBody>
          <a:bodyPr/>
          <a:lstStyle/>
          <a:p>
            <a:r>
              <a:rPr lang="en-IN" dirty="0">
                <a:latin typeface="Rockwell" panose="02060603020205020403" pitchFamily="18" charset="0"/>
              </a:rPr>
              <a:t>Conclusion</a:t>
            </a:r>
          </a:p>
        </p:txBody>
      </p:sp>
      <p:sp>
        <p:nvSpPr>
          <p:cNvPr id="3" name="Content Placeholder 2">
            <a:extLst>
              <a:ext uri="{FF2B5EF4-FFF2-40B4-BE49-F238E27FC236}">
                <a16:creationId xmlns:a16="http://schemas.microsoft.com/office/drawing/2014/main" id="{30833A2D-A9DF-9CFE-CA4D-4A2E1D037117}"/>
              </a:ext>
            </a:extLst>
          </p:cNvPr>
          <p:cNvSpPr>
            <a:spLocks noGrp="1"/>
          </p:cNvSpPr>
          <p:nvPr>
            <p:ph idx="1"/>
          </p:nvPr>
        </p:nvSpPr>
        <p:spPr/>
        <p:txBody>
          <a:bodyPr/>
          <a:lstStyle/>
          <a:p>
            <a:pPr marL="0" indent="0" algn="just">
              <a:lnSpc>
                <a:spcPct val="150000"/>
              </a:lnSpc>
              <a:buNone/>
            </a:pPr>
            <a:r>
              <a:rPr lang="en-US" sz="2400" dirty="0">
                <a:latin typeface="Rockwell" panose="02060603020205020403" pitchFamily="18" charset="0"/>
              </a:rPr>
              <a:t>DDoS attacks pose a serious threat to IoT networks due to their limited resources and security vulnerabilities. Traditional methods are not effective in detecting modern and evolving attacks. The proposed system using machine learning and deep learning provides high accuracy, reduces false positives, and enables real-time detection with automatic mitigation. Overall, it offers a scalable and efficient solution to enhance the security and reliability of IoT environments</a:t>
            </a:r>
            <a:r>
              <a:rPr lang="en-US" sz="2400" dirty="0"/>
              <a:t>.</a:t>
            </a:r>
          </a:p>
          <a:p>
            <a:endParaRPr lang="en-IN" dirty="0"/>
          </a:p>
        </p:txBody>
      </p:sp>
    </p:spTree>
    <p:extLst>
      <p:ext uri="{BB962C8B-B14F-4D97-AF65-F5344CB8AC3E}">
        <p14:creationId xmlns:p14="http://schemas.microsoft.com/office/powerpoint/2010/main" val="13555008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F8463-DA6E-A4A8-DA9B-4AAE35C6A847}"/>
              </a:ext>
            </a:extLst>
          </p:cNvPr>
          <p:cNvSpPr>
            <a:spLocks noGrp="1"/>
          </p:cNvSpPr>
          <p:nvPr>
            <p:ph type="title"/>
          </p:nvPr>
        </p:nvSpPr>
        <p:spPr/>
        <p:txBody>
          <a:bodyPr/>
          <a:lstStyle/>
          <a:p>
            <a:r>
              <a:rPr lang="en-IN" dirty="0">
                <a:latin typeface="Rockwell" panose="02060603020205020403" pitchFamily="18" charset="0"/>
              </a:rPr>
              <a:t>REFERENCES</a:t>
            </a:r>
          </a:p>
        </p:txBody>
      </p:sp>
      <p:sp>
        <p:nvSpPr>
          <p:cNvPr id="3" name="Content Placeholder 2">
            <a:extLst>
              <a:ext uri="{FF2B5EF4-FFF2-40B4-BE49-F238E27FC236}">
                <a16:creationId xmlns:a16="http://schemas.microsoft.com/office/drawing/2014/main" id="{1F4BDD63-D99B-AD73-9294-000004BDCD4B}"/>
              </a:ext>
            </a:extLst>
          </p:cNvPr>
          <p:cNvSpPr>
            <a:spLocks noGrp="1"/>
          </p:cNvSpPr>
          <p:nvPr>
            <p:ph idx="1"/>
          </p:nvPr>
        </p:nvSpPr>
        <p:spPr/>
        <p:txBody>
          <a:bodyPr>
            <a:normAutofit fontScale="92500" lnSpcReduction="20000"/>
          </a:bodyPr>
          <a:lstStyle/>
          <a:p>
            <a:pPr marL="0" indent="0" algn="just">
              <a:lnSpc>
                <a:spcPct val="100000"/>
              </a:lnSpc>
              <a:buNone/>
            </a:pPr>
            <a:r>
              <a:rPr lang="en-IN" dirty="0">
                <a:latin typeface="Rockwell" panose="02060603020205020403" pitchFamily="18" charset="0"/>
              </a:rPr>
              <a:t>2018</a:t>
            </a:r>
          </a:p>
          <a:p>
            <a:pPr marL="0" indent="0" algn="just">
              <a:lnSpc>
                <a:spcPct val="100000"/>
              </a:lnSpc>
              <a:buNone/>
            </a:pPr>
            <a:r>
              <a:rPr lang="en-IN" dirty="0">
                <a:latin typeface="Rockwell" panose="02060603020205020403" pitchFamily="18" charset="0"/>
              </a:rPr>
              <a:t>Doshi et al. – ML-based DDoS detection for IoT (IEEE SPW)</a:t>
            </a:r>
          </a:p>
          <a:p>
            <a:pPr marL="0" indent="0" algn="just">
              <a:lnSpc>
                <a:spcPct val="100000"/>
              </a:lnSpc>
              <a:buNone/>
            </a:pPr>
            <a:r>
              <a:rPr lang="en-IN" dirty="0">
                <a:latin typeface="Rockwell" panose="02060603020205020403" pitchFamily="18" charset="0"/>
              </a:rPr>
              <a:t>2018</a:t>
            </a:r>
          </a:p>
          <a:p>
            <a:pPr marL="0" indent="0" algn="just">
              <a:lnSpc>
                <a:spcPct val="100000"/>
              </a:lnSpc>
              <a:buNone/>
            </a:pPr>
            <a:r>
              <a:rPr lang="en-IN">
                <a:latin typeface="Rockwell" panose="02060603020205020403" pitchFamily="18" charset="0"/>
              </a:rPr>
              <a:t>Meidan</a:t>
            </a:r>
            <a:r>
              <a:rPr lang="en-IN" dirty="0">
                <a:latin typeface="Rockwell" panose="02060603020205020403" pitchFamily="18" charset="0"/>
              </a:rPr>
              <a:t> et al. – Deep autoencoder-based botnet detection (IEEE Pervasive Computing)</a:t>
            </a:r>
          </a:p>
          <a:p>
            <a:pPr marL="0" indent="0" algn="just">
              <a:lnSpc>
                <a:spcPct val="100000"/>
              </a:lnSpc>
              <a:buNone/>
            </a:pPr>
            <a:r>
              <a:rPr lang="en-IN" dirty="0">
                <a:latin typeface="Rockwell" panose="02060603020205020403" pitchFamily="18" charset="0"/>
              </a:rPr>
              <a:t>2020</a:t>
            </a:r>
          </a:p>
          <a:p>
            <a:pPr marL="0" indent="0" algn="just">
              <a:lnSpc>
                <a:spcPct val="100000"/>
              </a:lnSpc>
              <a:buNone/>
            </a:pPr>
            <a:r>
              <a:rPr lang="en-IN" dirty="0">
                <a:latin typeface="Rockwell" panose="02060603020205020403" pitchFamily="18" charset="0"/>
              </a:rPr>
              <a:t>Tian et al. – Survey on DDoS detection in SDN (Security &amp; Communication Networks)</a:t>
            </a:r>
          </a:p>
          <a:p>
            <a:pPr marL="0" indent="0" algn="just">
              <a:lnSpc>
                <a:spcPct val="100000"/>
              </a:lnSpc>
              <a:buNone/>
            </a:pPr>
            <a:r>
              <a:rPr lang="en-IN" dirty="0">
                <a:latin typeface="Rockwell" panose="02060603020205020403" pitchFamily="18" charset="0"/>
              </a:rPr>
              <a:t>2021</a:t>
            </a:r>
          </a:p>
          <a:p>
            <a:pPr marL="0" indent="0" algn="just">
              <a:lnSpc>
                <a:spcPct val="100000"/>
              </a:lnSpc>
              <a:buNone/>
            </a:pPr>
            <a:r>
              <a:rPr lang="en-IN" dirty="0">
                <a:latin typeface="Rockwell" panose="02060603020205020403" pitchFamily="18" charset="0"/>
              </a:rPr>
              <a:t>Kumar et al. – Hybrid ML approach for IoT botnet detection (IJISP)</a:t>
            </a:r>
          </a:p>
        </p:txBody>
      </p:sp>
    </p:spTree>
    <p:extLst>
      <p:ext uri="{BB962C8B-B14F-4D97-AF65-F5344CB8AC3E}">
        <p14:creationId xmlns:p14="http://schemas.microsoft.com/office/powerpoint/2010/main" val="22808071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229</TotalTime>
  <Words>1062</Words>
  <Application>Microsoft Office PowerPoint</Application>
  <PresentationFormat>Widescreen</PresentationFormat>
  <Paragraphs>98</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Rockwell</vt:lpstr>
      <vt:lpstr>Wingdings</vt:lpstr>
      <vt:lpstr>Office Theme</vt:lpstr>
      <vt:lpstr>MINI PROJECT(2025-2026)  Distributed Denial of Service (DDoS) Attack Detection and Mitigation Using Machine Learning (ML) and Deep Learning (DL)   HEMANTH KUMAR B                          24Q95A0512  B KARTHAR                                          23Q91A05D9  B UMA MAHESHWAR REDDY           23Q91A05D8  CH JAGADEESH                                   23Q91A05E3  Under the guidance of Mr. N. BALARAMAN        MALLA REDDY COLLEGE OF ENGINEERING Department of Computer Science and Engineering (Approved by AICTE- Permanently Affiliated to JNTU-Hyderabad) Accredited by NBA &amp;NAAC, Recognized section2(f) &amp;12(B) of UGC New Delhi ISO 9001:2015 Certified Institution Maisammaguda, Dhulapally (Post via Kompally) Secunderabad-500100</vt:lpstr>
      <vt:lpstr>Distributed Denial of Service Attack Detection &amp; Mitigation</vt:lpstr>
      <vt:lpstr>Abstract</vt:lpstr>
      <vt:lpstr>  Introduction </vt:lpstr>
      <vt:lpstr>Existing System </vt:lpstr>
      <vt:lpstr>Proposed System </vt:lpstr>
      <vt:lpstr>Algorithms &amp; Technologies Used</vt:lpstr>
      <vt:lpstr>System Architecture :</vt:lpstr>
      <vt:lpstr>Model  Training</vt:lpstr>
      <vt:lpstr>PowerPoint Presentation</vt:lpstr>
      <vt:lpstr>PowerPoint Presentation</vt:lpstr>
      <vt:lpstr>This shows the file upload process where the user selects a CSV dataset (like testData.csv). The selected file is given as input to the system for analysis.</vt:lpstr>
      <vt:lpstr>This shows the output results where the system displays detection status (Benign/Attack) and mitigation status. If an attack is detected, the IP address is automatically blocked. </vt:lpstr>
      <vt:lpstr>SYSTEM REQUIREMENTS: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Hemanth Kumar B</dc:creator>
  <cp:lastModifiedBy>Hemanth Kumar B</cp:lastModifiedBy>
  <cp:revision>1</cp:revision>
  <dcterms:created xsi:type="dcterms:W3CDTF">2026-03-16T17:18:35Z</dcterms:created>
  <dcterms:modified xsi:type="dcterms:W3CDTF">2026-03-22T09:57:05Z</dcterms:modified>
</cp:coreProperties>
</file>